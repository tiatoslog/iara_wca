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0" r:id="rId5"/>
    <p:sldId id="278" r:id="rId6"/>
    <p:sldId id="279" r:id="rId7"/>
    <p:sldId id="281" r:id="rId8"/>
    <p:sldId id="271" r:id="rId9"/>
    <p:sldId id="283" r:id="rId10"/>
    <p:sldId id="272" r:id="rId11"/>
    <p:sldId id="277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y Kelly Miranda da Costa Correa" userId="3132fc47-1712-48bc-8364-dd56cd431e4c" providerId="ADAL" clId="{75AC0672-51D8-40B1-BF29-56EBC882471A}"/>
    <pc:docChg chg="custSel addSld delSld modSld">
      <pc:chgData name="Cristiany Kelly Miranda da Costa Correa" userId="3132fc47-1712-48bc-8364-dd56cd431e4c" providerId="ADAL" clId="{75AC0672-51D8-40B1-BF29-56EBC882471A}" dt="2025-05-20T17:58:11.390" v="423" actId="20577"/>
      <pc:docMkLst>
        <pc:docMk/>
      </pc:docMkLst>
      <pc:sldChg chg="addSp delSp modSp mod">
        <pc:chgData name="Cristiany Kelly Miranda da Costa Correa" userId="3132fc47-1712-48bc-8364-dd56cd431e4c" providerId="ADAL" clId="{75AC0672-51D8-40B1-BF29-56EBC882471A}" dt="2025-05-20T17:57:57.432" v="417" actId="20577"/>
        <pc:sldMkLst>
          <pc:docMk/>
          <pc:sldMk cId="3861732968" sldId="260"/>
        </pc:sldMkLst>
        <pc:spChg chg="mod">
          <ac:chgData name="Cristiany Kelly Miranda da Costa Correa" userId="3132fc47-1712-48bc-8364-dd56cd431e4c" providerId="ADAL" clId="{75AC0672-51D8-40B1-BF29-56EBC882471A}" dt="2025-05-20T17:57:34.660" v="407" actId="20577"/>
          <ac:spMkLst>
            <pc:docMk/>
            <pc:sldMk cId="3861732968" sldId="260"/>
            <ac:spMk id="11" creationId="{40EFB402-7AB4-7A83-A790-AB890E004FB9}"/>
          </ac:spMkLst>
        </pc:spChg>
        <pc:spChg chg="mod">
          <ac:chgData name="Cristiany Kelly Miranda da Costa Correa" userId="3132fc47-1712-48bc-8364-dd56cd431e4c" providerId="ADAL" clId="{75AC0672-51D8-40B1-BF29-56EBC882471A}" dt="2025-05-20T17:57:57.432" v="417" actId="20577"/>
          <ac:spMkLst>
            <pc:docMk/>
            <pc:sldMk cId="3861732968" sldId="260"/>
            <ac:spMk id="12" creationId="{874C29AD-5234-9049-CC86-852635AC1BB0}"/>
          </ac:spMkLst>
        </pc:spChg>
        <pc:spChg chg="mod">
          <ac:chgData name="Cristiany Kelly Miranda da Costa Correa" userId="3132fc47-1712-48bc-8364-dd56cd431e4c" providerId="ADAL" clId="{75AC0672-51D8-40B1-BF29-56EBC882471A}" dt="2025-05-20T17:49:05.559" v="40" actId="20577"/>
          <ac:spMkLst>
            <pc:docMk/>
            <pc:sldMk cId="3861732968" sldId="260"/>
            <ac:spMk id="25" creationId="{C4EA79D7-054A-9A87-008E-C56F67B4CE7C}"/>
          </ac:spMkLst>
        </pc:spChg>
        <pc:picChg chg="add mod">
          <ac:chgData name="Cristiany Kelly Miranda da Costa Correa" userId="3132fc47-1712-48bc-8364-dd56cd431e4c" providerId="ADAL" clId="{75AC0672-51D8-40B1-BF29-56EBC882471A}" dt="2025-05-20T17:48:05.381" v="5" actId="14100"/>
          <ac:picMkLst>
            <pc:docMk/>
            <pc:sldMk cId="3861732968" sldId="260"/>
            <ac:picMk id="18" creationId="{FE6715A5-551C-813D-4072-9BF9527C1C6B}"/>
          </ac:picMkLst>
        </pc:picChg>
        <pc:picChg chg="mod">
          <ac:chgData name="Cristiany Kelly Miranda da Costa Correa" userId="3132fc47-1712-48bc-8364-dd56cd431e4c" providerId="ADAL" clId="{75AC0672-51D8-40B1-BF29-56EBC882471A}" dt="2025-05-20T17:49:11.956" v="43" actId="1076"/>
          <ac:picMkLst>
            <pc:docMk/>
            <pc:sldMk cId="3861732968" sldId="260"/>
            <ac:picMk id="40" creationId="{1520B657-6921-6247-0FF0-8C5C3F7DF9EC}"/>
          </ac:picMkLst>
        </pc:picChg>
        <pc:picChg chg="del">
          <ac:chgData name="Cristiany Kelly Miranda da Costa Correa" userId="3132fc47-1712-48bc-8364-dd56cd431e4c" providerId="ADAL" clId="{75AC0672-51D8-40B1-BF29-56EBC882471A}" dt="2025-05-20T17:47:20.984" v="0" actId="478"/>
          <ac:picMkLst>
            <pc:docMk/>
            <pc:sldMk cId="3861732968" sldId="260"/>
            <ac:picMk id="48" creationId="{56EE3B54-AA9D-926F-243E-B4FC8297ADDF}"/>
          </ac:picMkLst>
        </pc:picChg>
      </pc:sldChg>
      <pc:sldChg chg="modSp mod">
        <pc:chgData name="Cristiany Kelly Miranda da Costa Correa" userId="3132fc47-1712-48bc-8364-dd56cd431e4c" providerId="ADAL" clId="{75AC0672-51D8-40B1-BF29-56EBC882471A}" dt="2025-05-20T17:58:02.145" v="419" actId="20577"/>
        <pc:sldMkLst>
          <pc:docMk/>
          <pc:sldMk cId="3737738264" sldId="271"/>
        </pc:sldMkLst>
        <pc:spChg chg="mod">
          <ac:chgData name="Cristiany Kelly Miranda da Costa Correa" userId="3132fc47-1712-48bc-8364-dd56cd431e4c" providerId="ADAL" clId="{75AC0672-51D8-40B1-BF29-56EBC882471A}" dt="2025-05-20T17:57:38.765" v="409" actId="20577"/>
          <ac:spMkLst>
            <pc:docMk/>
            <pc:sldMk cId="3737738264" sldId="271"/>
            <ac:spMk id="11" creationId="{40EFB402-7AB4-7A83-A790-AB890E004FB9}"/>
          </ac:spMkLst>
        </pc:spChg>
        <pc:spChg chg="mod">
          <ac:chgData name="Cristiany Kelly Miranda da Costa Correa" userId="3132fc47-1712-48bc-8364-dd56cd431e4c" providerId="ADAL" clId="{75AC0672-51D8-40B1-BF29-56EBC882471A}" dt="2025-05-20T17:58:02.145" v="419" actId="20577"/>
          <ac:spMkLst>
            <pc:docMk/>
            <pc:sldMk cId="3737738264" sldId="271"/>
            <ac:spMk id="12" creationId="{874C29AD-5234-9049-CC86-852635AC1BB0}"/>
          </ac:spMkLst>
        </pc:spChg>
        <pc:spChg chg="mod">
          <ac:chgData name="Cristiany Kelly Miranda da Costa Correa" userId="3132fc47-1712-48bc-8364-dd56cd431e4c" providerId="ADAL" clId="{75AC0672-51D8-40B1-BF29-56EBC882471A}" dt="2025-05-20T17:52:11.646" v="230" actId="20577"/>
          <ac:spMkLst>
            <pc:docMk/>
            <pc:sldMk cId="3737738264" sldId="271"/>
            <ac:spMk id="25" creationId="{C4EA79D7-054A-9A87-008E-C56F67B4CE7C}"/>
          </ac:spMkLst>
        </pc:spChg>
        <pc:spChg chg="mod">
          <ac:chgData name="Cristiany Kelly Miranda da Costa Correa" userId="3132fc47-1712-48bc-8364-dd56cd431e4c" providerId="ADAL" clId="{75AC0672-51D8-40B1-BF29-56EBC882471A}" dt="2025-05-20T17:49:55.344" v="57" actId="20577"/>
          <ac:spMkLst>
            <pc:docMk/>
            <pc:sldMk cId="3737738264" sldId="271"/>
            <ac:spMk id="26" creationId="{7116841E-0459-7ED7-2722-108CE96C1388}"/>
          </ac:spMkLst>
        </pc:spChg>
        <pc:spChg chg="mod">
          <ac:chgData name="Cristiany Kelly Miranda da Costa Correa" userId="3132fc47-1712-48bc-8364-dd56cd431e4c" providerId="ADAL" clId="{75AC0672-51D8-40B1-BF29-56EBC882471A}" dt="2025-05-20T17:52:39.089" v="232" actId="20577"/>
          <ac:spMkLst>
            <pc:docMk/>
            <pc:sldMk cId="3737738264" sldId="271"/>
            <ac:spMk id="42" creationId="{2905D0FA-4B7A-2D2B-940B-1D5EBE8D7241}"/>
          </ac:spMkLst>
        </pc:spChg>
      </pc:sldChg>
      <pc:sldChg chg="modSp mod">
        <pc:chgData name="Cristiany Kelly Miranda da Costa Correa" userId="3132fc47-1712-48bc-8364-dd56cd431e4c" providerId="ADAL" clId="{75AC0672-51D8-40B1-BF29-56EBC882471A}" dt="2025-05-20T17:58:07.137" v="421" actId="20577"/>
        <pc:sldMkLst>
          <pc:docMk/>
          <pc:sldMk cId="2316780685" sldId="272"/>
        </pc:sldMkLst>
        <pc:spChg chg="mod">
          <ac:chgData name="Cristiany Kelly Miranda da Costa Correa" userId="3132fc47-1712-48bc-8364-dd56cd431e4c" providerId="ADAL" clId="{75AC0672-51D8-40B1-BF29-56EBC882471A}" dt="2025-05-20T17:57:42.940" v="411" actId="20577"/>
          <ac:spMkLst>
            <pc:docMk/>
            <pc:sldMk cId="2316780685" sldId="272"/>
            <ac:spMk id="11" creationId="{40EFB402-7AB4-7A83-A790-AB890E004FB9}"/>
          </ac:spMkLst>
        </pc:spChg>
        <pc:spChg chg="mod">
          <ac:chgData name="Cristiany Kelly Miranda da Costa Correa" userId="3132fc47-1712-48bc-8364-dd56cd431e4c" providerId="ADAL" clId="{75AC0672-51D8-40B1-BF29-56EBC882471A}" dt="2025-05-20T17:58:07.137" v="421" actId="20577"/>
          <ac:spMkLst>
            <pc:docMk/>
            <pc:sldMk cId="2316780685" sldId="272"/>
            <ac:spMk id="12" creationId="{874C29AD-5234-9049-CC86-852635AC1BB0}"/>
          </ac:spMkLst>
        </pc:spChg>
        <pc:spChg chg="mod">
          <ac:chgData name="Cristiany Kelly Miranda da Costa Correa" userId="3132fc47-1712-48bc-8364-dd56cd431e4c" providerId="ADAL" clId="{75AC0672-51D8-40B1-BF29-56EBC882471A}" dt="2025-05-20T17:54:01.467" v="320" actId="20577"/>
          <ac:spMkLst>
            <pc:docMk/>
            <pc:sldMk cId="2316780685" sldId="272"/>
            <ac:spMk id="18" creationId="{A156E210-07E8-A080-79E7-4661F62B0610}"/>
          </ac:spMkLst>
        </pc:spChg>
      </pc:sldChg>
      <pc:sldChg chg="del">
        <pc:chgData name="Cristiany Kelly Miranda da Costa Correa" userId="3132fc47-1712-48bc-8364-dd56cd431e4c" providerId="ADAL" clId="{75AC0672-51D8-40B1-BF29-56EBC882471A}" dt="2025-05-20T17:55:11.954" v="325" actId="47"/>
        <pc:sldMkLst>
          <pc:docMk/>
          <pc:sldMk cId="3830691523" sldId="273"/>
        </pc:sldMkLst>
      </pc:sldChg>
      <pc:sldChg chg="del">
        <pc:chgData name="Cristiany Kelly Miranda da Costa Correa" userId="3132fc47-1712-48bc-8364-dd56cd431e4c" providerId="ADAL" clId="{75AC0672-51D8-40B1-BF29-56EBC882471A}" dt="2025-05-20T17:54:59.051" v="321" actId="47"/>
        <pc:sldMkLst>
          <pc:docMk/>
          <pc:sldMk cId="231108119" sldId="274"/>
        </pc:sldMkLst>
      </pc:sldChg>
      <pc:sldChg chg="del">
        <pc:chgData name="Cristiany Kelly Miranda da Costa Correa" userId="3132fc47-1712-48bc-8364-dd56cd431e4c" providerId="ADAL" clId="{75AC0672-51D8-40B1-BF29-56EBC882471A}" dt="2025-05-20T17:55:00.587" v="322" actId="47"/>
        <pc:sldMkLst>
          <pc:docMk/>
          <pc:sldMk cId="37006500" sldId="275"/>
        </pc:sldMkLst>
      </pc:sldChg>
      <pc:sldChg chg="del">
        <pc:chgData name="Cristiany Kelly Miranda da Costa Correa" userId="3132fc47-1712-48bc-8364-dd56cd431e4c" providerId="ADAL" clId="{75AC0672-51D8-40B1-BF29-56EBC882471A}" dt="2025-05-20T17:55:03.678" v="324" actId="47"/>
        <pc:sldMkLst>
          <pc:docMk/>
          <pc:sldMk cId="2278297968" sldId="276"/>
        </pc:sldMkLst>
      </pc:sldChg>
      <pc:sldChg chg="addSp delSp modSp mod">
        <pc:chgData name="Cristiany Kelly Miranda da Costa Correa" userId="3132fc47-1712-48bc-8364-dd56cd431e4c" providerId="ADAL" clId="{75AC0672-51D8-40B1-BF29-56EBC882471A}" dt="2025-05-20T17:58:11.390" v="423" actId="20577"/>
        <pc:sldMkLst>
          <pc:docMk/>
          <pc:sldMk cId="2598798087" sldId="277"/>
        </pc:sldMkLst>
        <pc:spChg chg="mod">
          <ac:chgData name="Cristiany Kelly Miranda da Costa Correa" userId="3132fc47-1712-48bc-8364-dd56cd431e4c" providerId="ADAL" clId="{75AC0672-51D8-40B1-BF29-56EBC882471A}" dt="2025-05-20T17:57:49.381" v="415" actId="20577"/>
          <ac:spMkLst>
            <pc:docMk/>
            <pc:sldMk cId="2598798087" sldId="277"/>
            <ac:spMk id="11" creationId="{40EFB402-7AB4-7A83-A790-AB890E004FB9}"/>
          </ac:spMkLst>
        </pc:spChg>
        <pc:spChg chg="mod">
          <ac:chgData name="Cristiany Kelly Miranda da Costa Correa" userId="3132fc47-1712-48bc-8364-dd56cd431e4c" providerId="ADAL" clId="{75AC0672-51D8-40B1-BF29-56EBC882471A}" dt="2025-05-20T17:58:11.390" v="423" actId="20577"/>
          <ac:spMkLst>
            <pc:docMk/>
            <pc:sldMk cId="2598798087" sldId="277"/>
            <ac:spMk id="12" creationId="{874C29AD-5234-9049-CC86-852635AC1BB0}"/>
          </ac:spMkLst>
        </pc:spChg>
        <pc:spChg chg="mod">
          <ac:chgData name="Cristiany Kelly Miranda da Costa Correa" userId="3132fc47-1712-48bc-8364-dd56cd431e4c" providerId="ADAL" clId="{75AC0672-51D8-40B1-BF29-56EBC882471A}" dt="2025-05-20T17:55:21.241" v="350" actId="20577"/>
          <ac:spMkLst>
            <pc:docMk/>
            <pc:sldMk cId="2598798087" sldId="277"/>
            <ac:spMk id="41" creationId="{AE07F089-C206-B5F3-D294-0F6EAEF7F091}"/>
          </ac:spMkLst>
        </pc:spChg>
        <pc:picChg chg="del">
          <ac:chgData name="Cristiany Kelly Miranda da Costa Correa" userId="3132fc47-1712-48bc-8364-dd56cd431e4c" providerId="ADAL" clId="{75AC0672-51D8-40B1-BF29-56EBC882471A}" dt="2025-05-20T17:55:43.315" v="354" actId="478"/>
          <ac:picMkLst>
            <pc:docMk/>
            <pc:sldMk cId="2598798087" sldId="277"/>
            <ac:picMk id="4" creationId="{CFD424D7-71C2-9ED4-D751-8567D248CC21}"/>
          </ac:picMkLst>
        </pc:picChg>
        <pc:picChg chg="add mod">
          <ac:chgData name="Cristiany Kelly Miranda da Costa Correa" userId="3132fc47-1712-48bc-8364-dd56cd431e4c" providerId="ADAL" clId="{75AC0672-51D8-40B1-BF29-56EBC882471A}" dt="2025-05-20T17:55:46.424" v="356" actId="1076"/>
          <ac:picMkLst>
            <pc:docMk/>
            <pc:sldMk cId="2598798087" sldId="277"/>
            <ac:picMk id="5" creationId="{3FD10DB9-D3F7-3A43-CB5A-A12E0BFE3929}"/>
          </ac:picMkLst>
        </pc:picChg>
        <pc:picChg chg="add mod">
          <ac:chgData name="Cristiany Kelly Miranda da Costa Correa" userId="3132fc47-1712-48bc-8364-dd56cd431e4c" providerId="ADAL" clId="{75AC0672-51D8-40B1-BF29-56EBC882471A}" dt="2025-05-20T17:56:13.570" v="358" actId="1076"/>
          <ac:picMkLst>
            <pc:docMk/>
            <pc:sldMk cId="2598798087" sldId="277"/>
            <ac:picMk id="18" creationId="{8CADD510-6666-9C5A-C0B8-AA497CB033C8}"/>
          </ac:picMkLst>
        </pc:picChg>
        <pc:picChg chg="del">
          <ac:chgData name="Cristiany Kelly Miranda da Costa Correa" userId="3132fc47-1712-48bc-8364-dd56cd431e4c" providerId="ADAL" clId="{75AC0672-51D8-40B1-BF29-56EBC882471A}" dt="2025-05-20T17:55:23.110" v="351" actId="478"/>
          <ac:picMkLst>
            <pc:docMk/>
            <pc:sldMk cId="2598798087" sldId="277"/>
            <ac:picMk id="19" creationId="{1F4D22D8-1B73-EEFB-1E51-2C0A6977BF18}"/>
          </ac:picMkLst>
        </pc:picChg>
        <pc:picChg chg="add mod">
          <ac:chgData name="Cristiany Kelly Miranda da Costa Correa" userId="3132fc47-1712-48bc-8364-dd56cd431e4c" providerId="ADAL" clId="{75AC0672-51D8-40B1-BF29-56EBC882471A}" dt="2025-05-20T17:56:54.275" v="363" actId="14100"/>
          <ac:picMkLst>
            <pc:docMk/>
            <pc:sldMk cId="2598798087" sldId="277"/>
            <ac:picMk id="22" creationId="{2D67C160-2F49-B737-AF7A-D1D9D9D77921}"/>
          </ac:picMkLst>
        </pc:picChg>
      </pc:sldChg>
      <pc:sldChg chg="del">
        <pc:chgData name="Cristiany Kelly Miranda da Costa Correa" userId="3132fc47-1712-48bc-8364-dd56cd431e4c" providerId="ADAL" clId="{75AC0672-51D8-40B1-BF29-56EBC882471A}" dt="2025-05-20T17:55:02.543" v="323" actId="47"/>
        <pc:sldMkLst>
          <pc:docMk/>
          <pc:sldMk cId="1153095481" sldId="278"/>
        </pc:sldMkLst>
      </pc:sldChg>
      <pc:sldChg chg="delSp modSp add del mod">
        <pc:chgData name="Cristiany Kelly Miranda da Costa Correa" userId="3132fc47-1712-48bc-8364-dd56cd431e4c" providerId="ADAL" clId="{75AC0672-51D8-40B1-BF29-56EBC882471A}" dt="2025-05-20T17:57:24.763" v="405" actId="47"/>
        <pc:sldMkLst>
          <pc:docMk/>
          <pc:sldMk cId="1609832771" sldId="278"/>
        </pc:sldMkLst>
        <pc:spChg chg="del">
          <ac:chgData name="Cristiany Kelly Miranda da Costa Correa" userId="3132fc47-1712-48bc-8364-dd56cd431e4c" providerId="ADAL" clId="{75AC0672-51D8-40B1-BF29-56EBC882471A}" dt="2025-05-20T17:57:05.332" v="368" actId="478"/>
          <ac:spMkLst>
            <pc:docMk/>
            <pc:sldMk cId="1609832771" sldId="278"/>
            <ac:spMk id="20" creationId="{38DF0062-0E00-208D-AB80-546E997C8DE7}"/>
          </ac:spMkLst>
        </pc:spChg>
        <pc:spChg chg="mod">
          <ac:chgData name="Cristiany Kelly Miranda da Costa Correa" userId="3132fc47-1712-48bc-8364-dd56cd431e4c" providerId="ADAL" clId="{75AC0672-51D8-40B1-BF29-56EBC882471A}" dt="2025-05-20T17:57:21.207" v="404" actId="20577"/>
          <ac:spMkLst>
            <pc:docMk/>
            <pc:sldMk cId="1609832771" sldId="278"/>
            <ac:spMk id="41" creationId="{52DB6DAE-5178-723C-D75F-19895C9AA7F9}"/>
          </ac:spMkLst>
        </pc:spChg>
        <pc:picChg chg="del">
          <ac:chgData name="Cristiany Kelly Miranda da Costa Correa" userId="3132fc47-1712-48bc-8364-dd56cd431e4c" providerId="ADAL" clId="{75AC0672-51D8-40B1-BF29-56EBC882471A}" dt="2025-05-20T17:57:03.642" v="366" actId="478"/>
          <ac:picMkLst>
            <pc:docMk/>
            <pc:sldMk cId="1609832771" sldId="278"/>
            <ac:picMk id="5" creationId="{D6D91E0D-DFD0-BB3F-2A8F-82640DD606F0}"/>
          </ac:picMkLst>
        </pc:picChg>
        <pc:picChg chg="del">
          <ac:chgData name="Cristiany Kelly Miranda da Costa Correa" userId="3132fc47-1712-48bc-8364-dd56cd431e4c" providerId="ADAL" clId="{75AC0672-51D8-40B1-BF29-56EBC882471A}" dt="2025-05-20T17:57:04.293" v="367" actId="478"/>
          <ac:picMkLst>
            <pc:docMk/>
            <pc:sldMk cId="1609832771" sldId="278"/>
            <ac:picMk id="18" creationId="{ADF774E9-3CD9-78C7-9CC9-19E935C8947A}"/>
          </ac:picMkLst>
        </pc:picChg>
        <pc:picChg chg="del">
          <ac:chgData name="Cristiany Kelly Miranda da Costa Correa" userId="3132fc47-1712-48bc-8364-dd56cd431e4c" providerId="ADAL" clId="{75AC0672-51D8-40B1-BF29-56EBC882471A}" dt="2025-05-20T17:57:02.739" v="365" actId="478"/>
          <ac:picMkLst>
            <pc:docMk/>
            <pc:sldMk cId="1609832771" sldId="278"/>
            <ac:picMk id="22" creationId="{F378C524-006C-F9A4-FD76-8A4E6C34197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123D8F-52EF-407D-C70E-340111645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C63346-551D-2BEF-0A18-5D38F7908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D4FB54-B230-94C3-36FB-F810EA5BF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A98B-7B5A-4583-8F91-5B7CDCB62E36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12007A-BBBA-46F2-4FFA-529BB2F8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3E722C-CEFE-72EB-EC84-910471ABA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3D3-6910-4E10-AE91-ABE391B660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7148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2A8224-36BD-E165-64B5-35E2FE91A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C7791B-146D-70CA-500A-DB728F8B2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DE6B5C-7F90-84EF-DE82-4052788AC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A98B-7B5A-4583-8F91-5B7CDCB62E36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D93CFE-C5F1-FE6B-73BC-D5E081DB4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69BCE3-DF72-C23C-952C-4C7A59554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3D3-6910-4E10-AE91-ABE391B660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0773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763719-F723-0CE4-D584-42660A975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EB104E-39E4-AAA2-3814-669A76167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D95206-EA18-60C6-ACD0-0DF268663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A98B-7B5A-4583-8F91-5B7CDCB62E36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CECA21-21E0-504E-1341-87A37D4EE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D0680C-4712-8860-A0B4-CE8EEAC8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3D3-6910-4E10-AE91-ABE391B660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791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316E7-6FD3-D714-7B9F-F58EA3F58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BE8121-C23F-7218-A30B-3EFB766BB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8F146-DA6F-D353-E922-97172B692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A245EE-A9C9-D801-DEAF-375F10E37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A98B-7B5A-4583-8F91-5B7CDCB62E36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C9E72C-F29D-B2DB-FDF6-707504007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4D826E-DEDC-3521-27A4-67C20753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3D3-6910-4E10-AE91-ABE391B660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7914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F6978-29BB-D056-0E93-2CCB5E8CE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F8EB7B-EB44-31F0-3F12-1C0F6171F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75E3D35-7A1E-EBE4-42F8-0D76C4598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B61314C-68AF-3BFA-D89F-F8D53EB73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D9E623A-5037-9F44-CFC6-8B3D9ED531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D2D850A-B4E4-B725-6C08-38D15B5F2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A98B-7B5A-4583-8F91-5B7CDCB62E36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FA0DB7E-24B2-CD05-215B-48C41B521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9E342B6-6182-4023-BA67-8DB3E22B2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3D3-6910-4E10-AE91-ABE391B660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8721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782437-980E-526E-4C60-24F30EAA3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1CA47B-C5F8-F2FD-D929-B4A9D823D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A98B-7B5A-4583-8F91-5B7CDCB62E36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BDD80B7-D8FB-FD4D-CFEC-9B8A2E3E0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FBFDF08-9426-B2A9-5888-098BC35D7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3D3-6910-4E10-AE91-ABE391B660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8613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B070DE8-3252-815F-19B4-C45452CE0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A98B-7B5A-4583-8F91-5B7CDCB62E36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D76EC27-0C20-3477-A25A-F205ADC2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EAC5193-C588-A9C0-5A55-C02E6BB2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3D3-6910-4E10-AE91-ABE391B660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7216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2DD5A1-E162-B538-8FDA-ADB296040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507520-5E32-9941-C825-BF9A29BC4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F3CE37E-90D2-0A36-592B-8A6DD6466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723EB8-19B2-34AF-8998-D2A8FC83A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A98B-7B5A-4583-8F91-5B7CDCB62E36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83550E4-DE50-A716-70D7-1A6A22CAF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4C059E-F846-8D3D-00B4-3FA6D73D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3D3-6910-4E10-AE91-ABE391B660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3938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2F96C-B96A-A78A-202E-51768215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D7856FA-118B-C3DD-6308-F43E20876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E33F3D-AA96-600D-5A78-3C3839DB9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FAD9A73-96C2-E641-A7E7-0B64B6228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A98B-7B5A-4583-8F91-5B7CDCB62E36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CE8C95-366C-02D9-A1AF-1E8F901D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36BEAD-FADC-DEE5-B0F9-BF2F261F8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3D3-6910-4E10-AE91-ABE391B660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5313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8AF34-26C6-AF51-2852-0B1743CC1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C2087B5-0178-9512-0FD9-262D4B77B9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319FD8-AAAA-B882-A003-0A9F138D0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A98B-7B5A-4583-8F91-5B7CDCB62E36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CB57D2-83D3-7EDC-EE11-624CF89C3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C53934-0CB7-2D96-C212-4521DC336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3D3-6910-4E10-AE91-ABE391B660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3884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22BF41-92B1-5B8B-9926-F886131063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1F799D2-E4B5-84A0-425F-302A7D0E1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3789B8-4845-B12E-4610-B0097D86E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A98B-7B5A-4583-8F91-5B7CDCB62E36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14295A-C7FF-4C56-9F8F-4BF2E717F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77B7FC-87B5-05FA-74BA-8702FBE21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3D3-6910-4E10-AE91-ABE391B660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0890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8A36178-F572-BF21-757F-58D620387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2D379F-E251-688D-1BEB-DFA27C9AC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DD44AD-E903-FC76-4988-B0C2C9BF3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CA98B-7B5A-4583-8F91-5B7CDCB62E36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3A3EAB-375C-4324-5FEC-F9AD136D63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58F402-BB5D-547A-95D9-BAAF96EFE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FF3D3-6910-4E10-AE91-ABE391B660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998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AGENDAMENTO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1/8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-10086" y="6199727"/>
            <a:ext cx="4197773" cy="6582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201259"/>
            <a:ext cx="3816626" cy="6567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3" y="6202834"/>
            <a:ext cx="4187688" cy="6551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E6DEE5-FF36-0372-F565-A9D5263C835C}"/>
              </a:ext>
            </a:extLst>
          </p:cNvPr>
          <p:cNvSpPr/>
          <p:nvPr/>
        </p:nvSpPr>
        <p:spPr>
          <a:xfrm>
            <a:off x="-1" y="890546"/>
            <a:ext cx="12164437" cy="530918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C50DBFB-5ABE-7EB2-F053-9DFAD2F90542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RECEBIMENTO DA OCI VIA E-MAIL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7232469-F647-ADD9-275C-FD6F61C5FC24}"/>
              </a:ext>
            </a:extLst>
          </p:cNvPr>
          <p:cNvSpPr/>
          <p:nvPr/>
        </p:nvSpPr>
        <p:spPr>
          <a:xfrm>
            <a:off x="10178294" y="910396"/>
            <a:ext cx="1986143" cy="5289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/>
              <a:t>A empresa LUFT envia a Ordem de Coleta via e-mail, no e-mail da analista responsável Atos. </a:t>
            </a:r>
          </a:p>
          <a:p>
            <a:endParaRPr lang="pt-BR" sz="1400" dirty="0"/>
          </a:p>
          <a:p>
            <a:pPr marL="342900" indent="-342900">
              <a:buAutoNum type="arabicPeriod"/>
            </a:pPr>
            <a:r>
              <a:rPr lang="pt-BR" sz="1400" dirty="0"/>
              <a:t>Nós recebemos a numeração no e-mail e a partir deste momento já podemos agendar a viagem. Mas precisamos nos atentar para cada particularidade da Região. Por exemplo a Central de Piedade envia quais ordens de coleta irá carregar na semana seguinte na sexta-feira anterior. </a:t>
            </a:r>
          </a:p>
          <a:p>
            <a:pPr marL="342900" indent="-342900">
              <a:buAutoNum type="arabicPeriod"/>
            </a:pPr>
            <a:endParaRPr lang="pt-BR" sz="140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FE6715A5-551C-813D-4072-9BF9527C1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28" y="1368639"/>
            <a:ext cx="8628080" cy="4349889"/>
          </a:xfrm>
          <a:prstGeom prst="rect">
            <a:avLst/>
          </a:prstGeom>
        </p:spPr>
      </p:pic>
      <p:sp>
        <p:nvSpPr>
          <p:cNvPr id="4" name="Seta: para a Esquerda 3">
            <a:extLst>
              <a:ext uri="{FF2B5EF4-FFF2-40B4-BE49-F238E27FC236}">
                <a16:creationId xmlns:a16="http://schemas.microsoft.com/office/drawing/2014/main" id="{DD86451C-81C4-9A06-39E4-E7F163FCFADB}"/>
              </a:ext>
            </a:extLst>
          </p:cNvPr>
          <p:cNvSpPr/>
          <p:nvPr/>
        </p:nvSpPr>
        <p:spPr>
          <a:xfrm>
            <a:off x="1267790" y="3975089"/>
            <a:ext cx="952896" cy="62411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61732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B69EF-3753-ECE8-266D-55FFB43EB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BA0B5BE-4797-D296-D748-AF63C1FA2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7121A360-7B80-D32E-508D-737ABF6878D9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93F1217-B63E-2DE7-2C5D-C9E2F811134C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AGENDAMENTO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081FBAC-0293-1668-E476-283220325446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EB166DC-4557-CD1F-06DB-EB42A7707C80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0B1C78C-3F5D-3C1B-94F9-12A7135C6E8D}"/>
              </a:ext>
            </a:extLst>
          </p:cNvPr>
          <p:cNvSpPr/>
          <p:nvPr/>
        </p:nvSpPr>
        <p:spPr>
          <a:xfrm>
            <a:off x="10449339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2/8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EB78994-5B49-2B7A-49F6-1B36B8D4321D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8BD1EEF-269E-C7A5-60B2-287400523068}"/>
              </a:ext>
            </a:extLst>
          </p:cNvPr>
          <p:cNvSpPr/>
          <p:nvPr/>
        </p:nvSpPr>
        <p:spPr>
          <a:xfrm>
            <a:off x="-10086" y="6199727"/>
            <a:ext cx="4197773" cy="6582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EB9A44C-90B1-E2B2-72FC-B89A70C84D61}"/>
              </a:ext>
            </a:extLst>
          </p:cNvPr>
          <p:cNvSpPr/>
          <p:nvPr/>
        </p:nvSpPr>
        <p:spPr>
          <a:xfrm>
            <a:off x="4187687" y="6201259"/>
            <a:ext cx="3816626" cy="6567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5B7A45F-278B-7C89-B370-D2321B29834F}"/>
              </a:ext>
            </a:extLst>
          </p:cNvPr>
          <p:cNvSpPr/>
          <p:nvPr/>
        </p:nvSpPr>
        <p:spPr>
          <a:xfrm>
            <a:off x="8004313" y="6202834"/>
            <a:ext cx="4187688" cy="6551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1843851-7614-AF0D-BF37-4C7A54E78495}"/>
              </a:ext>
            </a:extLst>
          </p:cNvPr>
          <p:cNvSpPr/>
          <p:nvPr/>
        </p:nvSpPr>
        <p:spPr>
          <a:xfrm>
            <a:off x="-1" y="890546"/>
            <a:ext cx="10189197" cy="52989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68BFCED-74D7-C475-FEEC-760EC2F084B4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6BD2686-29DF-DDB2-4C47-93FBB51B99C6}"/>
              </a:ext>
            </a:extLst>
          </p:cNvPr>
          <p:cNvSpPr/>
          <p:nvPr/>
        </p:nvSpPr>
        <p:spPr>
          <a:xfrm>
            <a:off x="10189198" y="900751"/>
            <a:ext cx="2002802" cy="5298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Após o </a:t>
            </a:r>
            <a:r>
              <a:rPr lang="pt-BR" sz="1400" dirty="0"/>
              <a:t>recebimento da OCI nós incluímos a mesma na planilha Excel de agendamento.</a:t>
            </a:r>
          </a:p>
          <a:p>
            <a:endParaRPr lang="pt-BR" sz="1400" dirty="0"/>
          </a:p>
          <a:p>
            <a:pPr marL="342900" indent="-342900">
              <a:buAutoNum type="arabicPeriod"/>
            </a:pPr>
            <a:r>
              <a:rPr lang="pt-BR" sz="1400" dirty="0"/>
              <a:t>Acessar a planilha no caminho da rede; </a:t>
            </a:r>
          </a:p>
          <a:p>
            <a:pPr marL="342900" indent="-342900">
              <a:buAutoNum type="arabicPeriod"/>
            </a:pPr>
            <a:r>
              <a:rPr lang="pt-BR" sz="1400" dirty="0"/>
              <a:t>Na planilha incluir o numero da OCI recebido;</a:t>
            </a:r>
          </a:p>
          <a:p>
            <a:pPr marL="342900" indent="-342900">
              <a:buAutoNum type="arabicPeriod"/>
            </a:pPr>
            <a:r>
              <a:rPr lang="pt-BR" sz="1400" dirty="0"/>
              <a:t>Origem</a:t>
            </a:r>
          </a:p>
          <a:p>
            <a:pPr marL="342900" indent="-342900">
              <a:buAutoNum type="arabicPeriod"/>
            </a:pPr>
            <a:r>
              <a:rPr lang="pt-BR" sz="1400" dirty="0"/>
              <a:t>destino </a:t>
            </a:r>
          </a:p>
          <a:p>
            <a:pPr marL="342900" indent="-342900">
              <a:buAutoNum type="arabicPeriod"/>
            </a:pPr>
            <a:r>
              <a:rPr lang="pt-BR" sz="1400" dirty="0"/>
              <a:t>Data que você recebeu a OCI</a:t>
            </a:r>
          </a:p>
          <a:p>
            <a:pPr marL="342900" indent="-342900">
              <a:buAutoNum type="arabicPeriod"/>
            </a:pPr>
            <a:r>
              <a:rPr lang="pt-BR" sz="1400" dirty="0"/>
              <a:t>Motorista que faz a região </a:t>
            </a:r>
          </a:p>
          <a:p>
            <a:pPr marL="342900" indent="-342900">
              <a:buAutoNum type="arabicPeriod"/>
            </a:pPr>
            <a:r>
              <a:rPr lang="pt-BR" sz="1400" dirty="0"/>
              <a:t>O campo rota irá preencher automaticamente </a:t>
            </a:r>
          </a:p>
          <a:p>
            <a:pPr marL="342900" indent="-342900" algn="ctr">
              <a:buAutoNum type="arabicPeriod"/>
            </a:pPr>
            <a:endParaRPr lang="pt-BR" dirty="0"/>
          </a:p>
          <a:p>
            <a:pPr marL="342900" indent="-342900" algn="ctr">
              <a:buAutoNum type="arabicPeriod"/>
            </a:pPr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8803ECF-C257-CCF4-1368-353416C9EE63}"/>
              </a:ext>
            </a:extLst>
          </p:cNvPr>
          <p:cNvSpPr txBox="1"/>
          <p:nvPr/>
        </p:nvSpPr>
        <p:spPr>
          <a:xfrm>
            <a:off x="579927" y="861194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PREENCHIMENTO PLANILHA E AGENDAMENTO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B643265-CFF4-5F84-79B4-C694A58FF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89" y="3200456"/>
            <a:ext cx="7744437" cy="27669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1B1B9F76-6FD7-B732-AF25-DA0B4B167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76" y="1212886"/>
            <a:ext cx="8185859" cy="1864143"/>
          </a:xfrm>
          <a:prstGeom prst="rect">
            <a:avLst/>
          </a:prstGeom>
        </p:spPr>
      </p:pic>
      <p:sp>
        <p:nvSpPr>
          <p:cNvPr id="30" name="Seta: para a Direita 29">
            <a:extLst>
              <a:ext uri="{FF2B5EF4-FFF2-40B4-BE49-F238E27FC236}">
                <a16:creationId xmlns:a16="http://schemas.microsoft.com/office/drawing/2014/main" id="{168A878F-7042-C3D1-B131-9D7CD3C73E1F}"/>
              </a:ext>
            </a:extLst>
          </p:cNvPr>
          <p:cNvSpPr/>
          <p:nvPr/>
        </p:nvSpPr>
        <p:spPr>
          <a:xfrm>
            <a:off x="174169" y="1181558"/>
            <a:ext cx="676818" cy="4956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31" name="Seta: para a Direita 30">
            <a:extLst>
              <a:ext uri="{FF2B5EF4-FFF2-40B4-BE49-F238E27FC236}">
                <a16:creationId xmlns:a16="http://schemas.microsoft.com/office/drawing/2014/main" id="{5F820EAD-226E-EF29-49F0-FE4F77719945}"/>
              </a:ext>
            </a:extLst>
          </p:cNvPr>
          <p:cNvSpPr/>
          <p:nvPr/>
        </p:nvSpPr>
        <p:spPr>
          <a:xfrm>
            <a:off x="2525486" y="4094699"/>
            <a:ext cx="508000" cy="5385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38" name="Seta: para Baixo 37">
            <a:extLst>
              <a:ext uri="{FF2B5EF4-FFF2-40B4-BE49-F238E27FC236}">
                <a16:creationId xmlns:a16="http://schemas.microsoft.com/office/drawing/2014/main" id="{D204FD30-C842-6E30-685F-B74EDF4567FF}"/>
              </a:ext>
            </a:extLst>
          </p:cNvPr>
          <p:cNvSpPr/>
          <p:nvPr/>
        </p:nvSpPr>
        <p:spPr>
          <a:xfrm>
            <a:off x="3802743" y="3429000"/>
            <a:ext cx="384944" cy="5043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42" name="Seta: para Baixo 41">
            <a:extLst>
              <a:ext uri="{FF2B5EF4-FFF2-40B4-BE49-F238E27FC236}">
                <a16:creationId xmlns:a16="http://schemas.microsoft.com/office/drawing/2014/main" id="{98E37F37-4F43-D2B0-6704-3BF87D3D05F6}"/>
              </a:ext>
            </a:extLst>
          </p:cNvPr>
          <p:cNvSpPr/>
          <p:nvPr/>
        </p:nvSpPr>
        <p:spPr>
          <a:xfrm>
            <a:off x="5208104" y="3463204"/>
            <a:ext cx="384944" cy="5043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43" name="Seta: para Baixo 42">
            <a:extLst>
              <a:ext uri="{FF2B5EF4-FFF2-40B4-BE49-F238E27FC236}">
                <a16:creationId xmlns:a16="http://schemas.microsoft.com/office/drawing/2014/main" id="{7CF6BBBF-8A72-4137-5030-9A03B4B2E15D}"/>
              </a:ext>
            </a:extLst>
          </p:cNvPr>
          <p:cNvSpPr/>
          <p:nvPr/>
        </p:nvSpPr>
        <p:spPr>
          <a:xfrm>
            <a:off x="6180100" y="3428999"/>
            <a:ext cx="384944" cy="5043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sp>
        <p:nvSpPr>
          <p:cNvPr id="46" name="Seta: para Baixo 45">
            <a:extLst>
              <a:ext uri="{FF2B5EF4-FFF2-40B4-BE49-F238E27FC236}">
                <a16:creationId xmlns:a16="http://schemas.microsoft.com/office/drawing/2014/main" id="{B36BAF7C-72B6-43CC-B375-508FE1DF2780}"/>
              </a:ext>
            </a:extLst>
          </p:cNvPr>
          <p:cNvSpPr/>
          <p:nvPr/>
        </p:nvSpPr>
        <p:spPr>
          <a:xfrm>
            <a:off x="6803499" y="2726203"/>
            <a:ext cx="384944" cy="5043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</a:p>
        </p:txBody>
      </p:sp>
      <p:sp>
        <p:nvSpPr>
          <p:cNvPr id="47" name="Seta: para a Direita 46">
            <a:extLst>
              <a:ext uri="{FF2B5EF4-FFF2-40B4-BE49-F238E27FC236}">
                <a16:creationId xmlns:a16="http://schemas.microsoft.com/office/drawing/2014/main" id="{C9A07B6D-5AFE-FC45-DDE6-BBA19333F836}"/>
              </a:ext>
            </a:extLst>
          </p:cNvPr>
          <p:cNvSpPr/>
          <p:nvPr/>
        </p:nvSpPr>
        <p:spPr>
          <a:xfrm>
            <a:off x="284921" y="4094699"/>
            <a:ext cx="566066" cy="5385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98246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40FA0-12A7-A183-0917-F3FFD6D74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4F39A12A-FD17-02C3-FF27-2394BC85D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90D5D206-E6C4-E02F-B955-21D3EFC03F2B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AF7061E-C6FA-C94B-BD5F-164CA4E05FB5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AGENDAMENTO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6F8540-F820-F923-B3BA-90D6174A73CC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8C45BD8-5CD0-81FA-9373-A628CE768350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1F27CDA-6B09-E326-450D-63125C2CBF4F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3/8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F9470F9-391A-A991-53C1-E7A180F672A6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D562E4D-AB4F-F624-1431-9BC0852C3099}"/>
              </a:ext>
            </a:extLst>
          </p:cNvPr>
          <p:cNvSpPr/>
          <p:nvPr/>
        </p:nvSpPr>
        <p:spPr>
          <a:xfrm>
            <a:off x="-10086" y="6199727"/>
            <a:ext cx="4197773" cy="6582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F983182-49F4-55F0-2F30-3E1CBB021227}"/>
              </a:ext>
            </a:extLst>
          </p:cNvPr>
          <p:cNvSpPr/>
          <p:nvPr/>
        </p:nvSpPr>
        <p:spPr>
          <a:xfrm>
            <a:off x="4187687" y="6201259"/>
            <a:ext cx="3816626" cy="6567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EA07A4E-C86C-C2E0-BC73-213A616A7FE6}"/>
              </a:ext>
            </a:extLst>
          </p:cNvPr>
          <p:cNvSpPr/>
          <p:nvPr/>
        </p:nvSpPr>
        <p:spPr>
          <a:xfrm>
            <a:off x="8004313" y="6202834"/>
            <a:ext cx="4187688" cy="6551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63468FC-BBC9-41C9-9821-0614DC11C6F6}"/>
              </a:ext>
            </a:extLst>
          </p:cNvPr>
          <p:cNvSpPr/>
          <p:nvPr/>
        </p:nvSpPr>
        <p:spPr>
          <a:xfrm>
            <a:off x="-10086" y="870515"/>
            <a:ext cx="10191164" cy="53122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92034300-1DAA-4A5B-C781-03105A380A35}"/>
              </a:ext>
            </a:extLst>
          </p:cNvPr>
          <p:cNvSpPr/>
          <p:nvPr/>
        </p:nvSpPr>
        <p:spPr>
          <a:xfrm>
            <a:off x="10185138" y="890547"/>
            <a:ext cx="2002802" cy="5292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/>
              <a:t>Após verificar se poderá agendar a carga de imediato ou se vai ter que aguardar para agendar 1x na semana, você irá ligar no posto x central e para o motorista para agendar as cargas.</a:t>
            </a:r>
          </a:p>
          <a:p>
            <a:endParaRPr lang="pt-BR" sz="1400" dirty="0"/>
          </a:p>
          <a:p>
            <a:r>
              <a:rPr lang="pt-BR" sz="1400" dirty="0"/>
              <a:t>8. Os contatos ficam na planilha na rede. </a:t>
            </a:r>
          </a:p>
          <a:p>
            <a:endParaRPr lang="pt-BR" sz="1400" dirty="0"/>
          </a:p>
          <a:p>
            <a:r>
              <a:rPr lang="pt-BR" sz="1400" dirty="0"/>
              <a:t>9. Na planilha contatos LUFT – Postos e Centrais</a:t>
            </a:r>
          </a:p>
          <a:p>
            <a:endParaRPr lang="pt-BR" sz="1400" dirty="0"/>
          </a:p>
          <a:p>
            <a:r>
              <a:rPr lang="pt-BR" sz="1400" dirty="0"/>
              <a:t>10. Nesta planilha você encontra todos os contatos postos e centrais e o motorista que faz a rota e seu contato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97FA7EC-F1BB-8304-B987-A28F29CCDF3F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4E4A765-4CFB-F478-2415-6F80E5821F4F}"/>
              </a:ext>
            </a:extLst>
          </p:cNvPr>
          <p:cNvSpPr txBox="1"/>
          <p:nvPr/>
        </p:nvSpPr>
        <p:spPr>
          <a:xfrm>
            <a:off x="579927" y="861194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PREENCHIMENTO PLANILHA E AGENDAMENTO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7132F12B-F25F-445B-906A-B56CE30CC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885" y="5098895"/>
            <a:ext cx="5419725" cy="695325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5D83F021-768F-8ABC-4ADB-B483483B4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350" y="3741274"/>
            <a:ext cx="3990975" cy="1314450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5A693EA9-21F3-566C-EA41-C7CE7DDB22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76" y="1557839"/>
            <a:ext cx="6394534" cy="3170572"/>
          </a:xfrm>
          <a:prstGeom prst="rect">
            <a:avLst/>
          </a:prstGeom>
        </p:spPr>
      </p:pic>
      <p:sp>
        <p:nvSpPr>
          <p:cNvPr id="38" name="Seta: para a Direita 37">
            <a:extLst>
              <a:ext uri="{FF2B5EF4-FFF2-40B4-BE49-F238E27FC236}">
                <a16:creationId xmlns:a16="http://schemas.microsoft.com/office/drawing/2014/main" id="{3334D214-D6BC-4DD4-8A61-D42D3AF5B4F4}"/>
              </a:ext>
            </a:extLst>
          </p:cNvPr>
          <p:cNvSpPr/>
          <p:nvPr/>
        </p:nvSpPr>
        <p:spPr>
          <a:xfrm>
            <a:off x="284921" y="5210629"/>
            <a:ext cx="810904" cy="478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8</a:t>
            </a:r>
          </a:p>
        </p:txBody>
      </p:sp>
      <p:sp>
        <p:nvSpPr>
          <p:cNvPr id="42" name="Seta: para Baixo 41">
            <a:extLst>
              <a:ext uri="{FF2B5EF4-FFF2-40B4-BE49-F238E27FC236}">
                <a16:creationId xmlns:a16="http://schemas.microsoft.com/office/drawing/2014/main" id="{CD04FA65-45DA-A5CB-2349-1DF281D16DB6}"/>
              </a:ext>
            </a:extLst>
          </p:cNvPr>
          <p:cNvSpPr/>
          <p:nvPr/>
        </p:nvSpPr>
        <p:spPr>
          <a:xfrm>
            <a:off x="6995886" y="3556000"/>
            <a:ext cx="682171" cy="7547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9</a:t>
            </a:r>
          </a:p>
        </p:txBody>
      </p:sp>
      <p:sp>
        <p:nvSpPr>
          <p:cNvPr id="43" name="Seta: para a Esquerda 42">
            <a:extLst>
              <a:ext uri="{FF2B5EF4-FFF2-40B4-BE49-F238E27FC236}">
                <a16:creationId xmlns:a16="http://schemas.microsoft.com/office/drawing/2014/main" id="{11742C4C-6641-C027-4D44-77BA3E192D75}"/>
              </a:ext>
            </a:extLst>
          </p:cNvPr>
          <p:cNvSpPr/>
          <p:nvPr/>
        </p:nvSpPr>
        <p:spPr>
          <a:xfrm>
            <a:off x="6519610" y="1828800"/>
            <a:ext cx="1056847" cy="98221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12434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3B997-63EB-674D-BE72-19EA9C80F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41A9ABE1-54A9-276D-F5E3-C2312A0CA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14558557-7BBE-0B7C-80EF-909E5057EE1C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5F79D89-8A11-1770-F33B-B732B950930D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AGENDAMENTO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D8F7925-CE12-ED82-2250-02DB43735900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EB99DE2-35A7-C167-1268-A21EEEADAE32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6E84260-D62E-571D-A077-978360B8055F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4/8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6922176-7821-5A88-E7C8-D3CD1BCB923F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E5F9146-95C4-809C-E9D5-27FF2D2BDDA9}"/>
              </a:ext>
            </a:extLst>
          </p:cNvPr>
          <p:cNvSpPr/>
          <p:nvPr/>
        </p:nvSpPr>
        <p:spPr>
          <a:xfrm>
            <a:off x="-10086" y="6199727"/>
            <a:ext cx="4197773" cy="6582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0C4A146-01A4-4ED2-67D9-876D6C0F27B2}"/>
              </a:ext>
            </a:extLst>
          </p:cNvPr>
          <p:cNvSpPr/>
          <p:nvPr/>
        </p:nvSpPr>
        <p:spPr>
          <a:xfrm>
            <a:off x="4187687" y="6201259"/>
            <a:ext cx="3816626" cy="6567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2DDA783-3707-CF82-DC99-8F5032C31984}"/>
              </a:ext>
            </a:extLst>
          </p:cNvPr>
          <p:cNvSpPr/>
          <p:nvPr/>
        </p:nvSpPr>
        <p:spPr>
          <a:xfrm>
            <a:off x="8004313" y="6202834"/>
            <a:ext cx="4187688" cy="6551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924B998-2973-EECA-C18F-A1D9822DDAAA}"/>
              </a:ext>
            </a:extLst>
          </p:cNvPr>
          <p:cNvSpPr/>
          <p:nvPr/>
        </p:nvSpPr>
        <p:spPr>
          <a:xfrm>
            <a:off x="-10086" y="870515"/>
            <a:ext cx="10191164" cy="53122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664D2E32-362A-C58D-83DE-D466F57D150C}"/>
              </a:ext>
            </a:extLst>
          </p:cNvPr>
          <p:cNvSpPr/>
          <p:nvPr/>
        </p:nvSpPr>
        <p:spPr>
          <a:xfrm>
            <a:off x="10185138" y="890547"/>
            <a:ext cx="2002802" cy="5292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/>
              <a:t>Após efetuar a ligação de agendamento para Posto x central </a:t>
            </a:r>
            <a:r>
              <a:rPr lang="pt-BR" sz="1400" dirty="0" err="1"/>
              <a:t>cx</a:t>
            </a:r>
            <a:r>
              <a:rPr lang="pt-BR" sz="1400" dirty="0"/>
              <a:t> motorista preencher a planilha da seguinte forma:</a:t>
            </a:r>
          </a:p>
          <a:p>
            <a:endParaRPr lang="pt-BR" sz="1400" dirty="0"/>
          </a:p>
          <a:p>
            <a:r>
              <a:rPr lang="pt-BR" sz="1400" dirty="0"/>
              <a:t>11. Postos: colocar data que falou com posto, a hora e o nome da pessoa que você fez agendamento;</a:t>
            </a:r>
          </a:p>
          <a:p>
            <a:r>
              <a:rPr lang="pt-BR" sz="1400" dirty="0"/>
              <a:t>12. Central: Colocar data e hora que você falou com a central e o nome da pessoa que você agendou;</a:t>
            </a:r>
          </a:p>
          <a:p>
            <a:r>
              <a:rPr lang="pt-BR" sz="1400" dirty="0"/>
              <a:t>13. TAC: colocar data e hora que avisou o motorista</a:t>
            </a:r>
          </a:p>
          <a:p>
            <a:pPr marL="342900" indent="-342900">
              <a:buAutoNum type="arabicPeriod"/>
            </a:pPr>
            <a:endParaRPr lang="pt-BR" sz="1400" dirty="0"/>
          </a:p>
          <a:p>
            <a:r>
              <a:rPr lang="pt-BR" sz="1400" dirty="0"/>
              <a:t>Dica: sempre agendar via BOT ou WhatsApp para deixar o registro do agendamento</a:t>
            </a:r>
          </a:p>
          <a:p>
            <a:r>
              <a:rPr lang="pt-BR" sz="1400" dirty="0"/>
              <a:t> </a:t>
            </a: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E6410694-E7C4-D93E-99E8-5340069E8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432" y="1573132"/>
            <a:ext cx="6123881" cy="35871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CE31B21-C3D1-7373-A305-B96655131FF7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28CF3CD9-9B91-56D7-482E-B55196E8753C}"/>
              </a:ext>
            </a:extLst>
          </p:cNvPr>
          <p:cNvSpPr txBox="1"/>
          <p:nvPr/>
        </p:nvSpPr>
        <p:spPr>
          <a:xfrm>
            <a:off x="579927" y="861194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PREENCHIMENTO PLANILHA E AGENDAMENTO</a:t>
            </a:r>
          </a:p>
        </p:txBody>
      </p:sp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55D4BB15-FDA2-98FE-3E42-F8FF1A96B55B}"/>
              </a:ext>
            </a:extLst>
          </p:cNvPr>
          <p:cNvSpPr/>
          <p:nvPr/>
        </p:nvSpPr>
        <p:spPr>
          <a:xfrm rot="5400000">
            <a:off x="2656672" y="1396019"/>
            <a:ext cx="792689" cy="787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11</a:t>
            </a: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087E1FF5-E104-AE64-9D30-48CBEC331889}"/>
              </a:ext>
            </a:extLst>
          </p:cNvPr>
          <p:cNvSpPr/>
          <p:nvPr/>
        </p:nvSpPr>
        <p:spPr>
          <a:xfrm rot="5400000">
            <a:off x="4935471" y="1402693"/>
            <a:ext cx="792689" cy="787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12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F5BB0762-1331-B3D1-C44C-324E0D364EDB}"/>
              </a:ext>
            </a:extLst>
          </p:cNvPr>
          <p:cNvSpPr/>
          <p:nvPr/>
        </p:nvSpPr>
        <p:spPr>
          <a:xfrm rot="5400000">
            <a:off x="6822598" y="1412014"/>
            <a:ext cx="792689" cy="787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38786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5E6DEE5-FF36-0372-F565-A9D5263C835C}"/>
              </a:ext>
            </a:extLst>
          </p:cNvPr>
          <p:cNvSpPr/>
          <p:nvPr/>
        </p:nvSpPr>
        <p:spPr>
          <a:xfrm>
            <a:off x="-1" y="890546"/>
            <a:ext cx="12177859" cy="533542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ABC3F6ED-0C15-132E-5FFB-E5904094B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480" y="1740028"/>
            <a:ext cx="6593832" cy="358886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AGENDAMENTO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5/8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3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2" y="6193697"/>
            <a:ext cx="4187687" cy="6643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116841E-0459-7ED7-2722-108CE96C1388}"/>
              </a:ext>
            </a:extLst>
          </p:cNvPr>
          <p:cNvSpPr/>
          <p:nvPr/>
        </p:nvSpPr>
        <p:spPr>
          <a:xfrm>
            <a:off x="10131287" y="901440"/>
            <a:ext cx="1996628" cy="52813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14. Preencher a data que a coleta será realizada no posto</a:t>
            </a:r>
          </a:p>
          <a:p>
            <a:pPr algn="ctr"/>
            <a:endParaRPr lang="pt-BR" sz="1600" dirty="0"/>
          </a:p>
          <a:p>
            <a:pPr algn="ctr"/>
            <a:r>
              <a:rPr lang="pt-BR" sz="1600" dirty="0"/>
              <a:t>15. Preencher a data que a descarga será feita na Central</a:t>
            </a: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4E49C31-95A7-AAB1-DC0C-D3708C1DEFCF}"/>
              </a:ext>
            </a:extLst>
          </p:cNvPr>
          <p:cNvSpPr txBox="1"/>
          <p:nvPr/>
        </p:nvSpPr>
        <p:spPr>
          <a:xfrm>
            <a:off x="579927" y="861194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PREENCHIMENTO PLANILHA E AGENDAMENTO</a:t>
            </a:r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3D9341D8-AD61-7D17-2EC8-F2B97730D9F3}"/>
              </a:ext>
            </a:extLst>
          </p:cNvPr>
          <p:cNvSpPr/>
          <p:nvPr/>
        </p:nvSpPr>
        <p:spPr>
          <a:xfrm>
            <a:off x="5208104" y="1211523"/>
            <a:ext cx="928914" cy="8740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14</a:t>
            </a:r>
          </a:p>
        </p:txBody>
      </p:sp>
      <p:sp>
        <p:nvSpPr>
          <p:cNvPr id="32" name="Seta: para Baixo 31">
            <a:extLst>
              <a:ext uri="{FF2B5EF4-FFF2-40B4-BE49-F238E27FC236}">
                <a16:creationId xmlns:a16="http://schemas.microsoft.com/office/drawing/2014/main" id="{2CB5DDBF-BD2A-7DC3-345B-197B8AC81DC8}"/>
              </a:ext>
            </a:extLst>
          </p:cNvPr>
          <p:cNvSpPr/>
          <p:nvPr/>
        </p:nvSpPr>
        <p:spPr>
          <a:xfrm>
            <a:off x="6859420" y="1269952"/>
            <a:ext cx="928914" cy="8740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737738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B1C72-D679-A96D-FE41-075E4A6C6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BC3472C8-892C-6B87-510E-A9B41B660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691A5CB8-9857-C7AA-6F05-607D7C9DAAE5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F9E7571-A527-83E1-956B-A100FB2AA606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AGENDAMENTO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CA20DD9-0F68-3786-D13C-AA9069155DA5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08F50E3-287B-B96E-9828-56978BB072F7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886A06B-A0EE-70DE-1595-3DCDF02D9F5B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6/8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2544F12-1259-5213-6C81-565DBC311D4E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A051802-564C-63EE-5378-B017C5CC3859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1C9BE3E-C6C6-7457-B935-026685D89B3A}"/>
              </a:ext>
            </a:extLst>
          </p:cNvPr>
          <p:cNvSpPr/>
          <p:nvPr/>
        </p:nvSpPr>
        <p:spPr>
          <a:xfrm>
            <a:off x="4187687" y="6182803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7FAFF18-B6A5-3E17-38CB-B620139EE000}"/>
              </a:ext>
            </a:extLst>
          </p:cNvPr>
          <p:cNvSpPr/>
          <p:nvPr/>
        </p:nvSpPr>
        <p:spPr>
          <a:xfrm>
            <a:off x="8004312" y="6193697"/>
            <a:ext cx="4187687" cy="6643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FF5C962-A766-2022-EB1E-3C5339FFD366}"/>
              </a:ext>
            </a:extLst>
          </p:cNvPr>
          <p:cNvSpPr/>
          <p:nvPr/>
        </p:nvSpPr>
        <p:spPr>
          <a:xfrm>
            <a:off x="0" y="742628"/>
            <a:ext cx="12191999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718AAB3-6375-477F-4A60-DCA9B0912A6D}"/>
              </a:ext>
            </a:extLst>
          </p:cNvPr>
          <p:cNvSpPr/>
          <p:nvPr/>
        </p:nvSpPr>
        <p:spPr>
          <a:xfrm>
            <a:off x="1470990" y="2002506"/>
            <a:ext cx="6251860" cy="24859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13F7F46-B31F-34A7-3622-6A5462552BD6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BCB3D2FF-BF2E-5305-9D87-BCAA53FF698A}"/>
              </a:ext>
            </a:extLst>
          </p:cNvPr>
          <p:cNvSpPr/>
          <p:nvPr/>
        </p:nvSpPr>
        <p:spPr>
          <a:xfrm>
            <a:off x="10205857" y="749150"/>
            <a:ext cx="1986143" cy="52857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Depois do processo de agendamento, (sempre 1 dia antes da coleta) o Analista envia o documento da OCI gerado No GW  para assinatura pelo site do autentique e depois envia o Link para motorista e posto pelo SMBOT (ensinaremos como fazer na IT2)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7755A6F-DE01-33E2-C847-6433EB577E51}"/>
              </a:ext>
            </a:extLst>
          </p:cNvPr>
          <p:cNvSpPr txBox="1"/>
          <p:nvPr/>
        </p:nvSpPr>
        <p:spPr>
          <a:xfrm>
            <a:off x="2439433" y="2002505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PARTICULARIDADES - AGENDAMENTO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91CD537D-7B5A-BCC9-4945-46C2BCE2FA67}"/>
              </a:ext>
            </a:extLst>
          </p:cNvPr>
          <p:cNvSpPr txBox="1"/>
          <p:nvPr/>
        </p:nvSpPr>
        <p:spPr>
          <a:xfrm>
            <a:off x="1839406" y="2480815"/>
            <a:ext cx="583485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Motoristas que atendem esporádico normalmente o agendamento é feito com o motorista primeiro;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Cargas da Adicer: agenda antes de solicitar a OCI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Sorriso não tem agendamento – a própria central passa a as notas e passa a data do agendamento – não precisa ligar para o motorista só envia OCI. Em sorriso quando lançar na planilha não colocar motorista pois lá tem 2 (Laudir e </a:t>
            </a:r>
            <a:r>
              <a:rPr lang="pt-BR" sz="1600" dirty="0" err="1"/>
              <a:t>Linealdo</a:t>
            </a:r>
            <a:r>
              <a:rPr lang="pt-BR" sz="1600" dirty="0"/>
              <a:t> (Lino)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F1E72C1-BCD3-9E2F-D995-D84CF09F2466}"/>
              </a:ext>
            </a:extLst>
          </p:cNvPr>
          <p:cNvSpPr txBox="1"/>
          <p:nvPr/>
        </p:nvSpPr>
        <p:spPr>
          <a:xfrm>
            <a:off x="569842" y="89054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PREENCHIMENTO PLANILHA E AGENDAMENTO</a:t>
            </a:r>
          </a:p>
        </p:txBody>
      </p:sp>
    </p:spTree>
    <p:extLst>
      <p:ext uri="{BB962C8B-B14F-4D97-AF65-F5344CB8AC3E}">
        <p14:creationId xmlns:p14="http://schemas.microsoft.com/office/powerpoint/2010/main" val="2064767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AGENDAMENTO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7/8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3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2" y="6193697"/>
            <a:ext cx="4187687" cy="6643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E6DEE5-FF36-0372-F565-A9D5263C835C}"/>
              </a:ext>
            </a:extLst>
          </p:cNvPr>
          <p:cNvSpPr/>
          <p:nvPr/>
        </p:nvSpPr>
        <p:spPr>
          <a:xfrm>
            <a:off x="-1" y="890546"/>
            <a:ext cx="12191999" cy="52922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AE07F089-C206-B5F3-D294-0F6EAEF7F091}"/>
              </a:ext>
            </a:extLst>
          </p:cNvPr>
          <p:cNvSpPr txBox="1"/>
          <p:nvPr/>
        </p:nvSpPr>
        <p:spPr>
          <a:xfrm>
            <a:off x="652668" y="890545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PARTICULARIDADES – ENVIO DOCUMENTOS 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156E210-07E8-A080-79E7-4661F62B0610}"/>
              </a:ext>
            </a:extLst>
          </p:cNvPr>
          <p:cNvSpPr txBox="1"/>
          <p:nvPr/>
        </p:nvSpPr>
        <p:spPr>
          <a:xfrm>
            <a:off x="284921" y="1284421"/>
            <a:ext cx="116354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/>
              <a:t>Apenas as minutas são geradas automaticamente: CIOT e manifesto  precisam ser autorizados manualmente.</a:t>
            </a:r>
          </a:p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/>
              <a:t> O posto de Sorriso envia a nota no mesmo dia para emissão do CTE;</a:t>
            </a:r>
          </a:p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/>
              <a:t>No agendamento enviamos: </a:t>
            </a:r>
          </a:p>
          <a:p>
            <a:r>
              <a:rPr lang="pt-BR" dirty="0"/>
              <a:t>       1. 100% dos casos as OCIS</a:t>
            </a:r>
          </a:p>
          <a:p>
            <a:r>
              <a:rPr lang="pt-BR" dirty="0"/>
              <a:t>       2. CTE e MDFE nos trechos interestaduais e MT</a:t>
            </a:r>
          </a:p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/>
              <a:t>Emitimos CTE para MT e cargas interestaduais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6780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AGENDAMENTO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</a:t>
            </a:r>
            <a:r>
              <a:rPr lang="pt-BR"/>
              <a:t>: 8/8</a:t>
            </a:r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3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2" y="6193697"/>
            <a:ext cx="4187687" cy="6643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E6DEE5-FF36-0372-F565-A9D5263C835C}"/>
              </a:ext>
            </a:extLst>
          </p:cNvPr>
          <p:cNvSpPr/>
          <p:nvPr/>
        </p:nvSpPr>
        <p:spPr>
          <a:xfrm>
            <a:off x="-1" y="890546"/>
            <a:ext cx="12191999" cy="52922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7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AE07F089-C206-B5F3-D294-0F6EAEF7F091}"/>
              </a:ext>
            </a:extLst>
          </p:cNvPr>
          <p:cNvSpPr txBox="1"/>
          <p:nvPr/>
        </p:nvSpPr>
        <p:spPr>
          <a:xfrm>
            <a:off x="652668" y="890545"/>
            <a:ext cx="668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CONTATOS PARA AGENDAMENTO</a:t>
            </a:r>
          </a:p>
        </p:txBody>
      </p:sp>
      <p:sp>
        <p:nvSpPr>
          <p:cNvPr id="20" name="Balão de Fala: Retângulo 19">
            <a:extLst>
              <a:ext uri="{FF2B5EF4-FFF2-40B4-BE49-F238E27FC236}">
                <a16:creationId xmlns:a16="http://schemas.microsoft.com/office/drawing/2014/main" id="{3EC1D3C1-1826-49FD-17DE-C5E87B57CF65}"/>
              </a:ext>
            </a:extLst>
          </p:cNvPr>
          <p:cNvSpPr/>
          <p:nvPr/>
        </p:nvSpPr>
        <p:spPr>
          <a:xfrm>
            <a:off x="9713843" y="1110284"/>
            <a:ext cx="1974574" cy="603839"/>
          </a:xfrm>
          <a:prstGeom prst="wedgeRectCallout">
            <a:avLst>
              <a:gd name="adj1" fmla="val -75867"/>
              <a:gd name="adj2" fmla="val 1261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INFORMAÇÕES DISPONIVEIS NA REDE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FD10DB9-D3F7-3A43-CB5A-A12E0BFE3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12" y="2309020"/>
            <a:ext cx="5419725" cy="695325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8CADD510-6666-9C5A-C0B8-AA497CB03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4343" y="3543199"/>
            <a:ext cx="3990975" cy="131445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2D67C160-2F49-B737-AF7A-D1D9D9D779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76" y="1557839"/>
            <a:ext cx="6394534" cy="317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7980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f17fce2-2bce-47d9-967a-ecfc96fbdd1f" xsi:nil="true"/>
    <lcf76f155ced4ddcb4097134ff3c332f xmlns="85de1a13-73a4-4b99-ac2b-bff0a0f3fab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FDB180FCD2F494186C557735057AF7F" ma:contentTypeVersion="14" ma:contentTypeDescription="Crie um novo documento." ma:contentTypeScope="" ma:versionID="61f9bbab5f3441a6131a45eadad2617d">
  <xsd:schema xmlns:xsd="http://www.w3.org/2001/XMLSchema" xmlns:xs="http://www.w3.org/2001/XMLSchema" xmlns:p="http://schemas.microsoft.com/office/2006/metadata/properties" xmlns:ns2="85de1a13-73a4-4b99-ac2b-bff0a0f3fab1" xmlns:ns3="3f17fce2-2bce-47d9-967a-ecfc96fbdd1f" targetNamespace="http://schemas.microsoft.com/office/2006/metadata/properties" ma:root="true" ma:fieldsID="985524f2bf1cb80cd1ec623e0679b044" ns2:_="" ns3:_="">
    <xsd:import namespace="85de1a13-73a4-4b99-ac2b-bff0a0f3fab1"/>
    <xsd:import namespace="3f17fce2-2bce-47d9-967a-ecfc96fbdd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de1a13-73a4-4b99-ac2b-bff0a0f3f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9730f6f2-2892-4af4-8f63-8ef6972b1a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17fce2-2bce-47d9-967a-ecfc96fbdd1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23cfd61-1b5f-4f26-94ba-aca482fc542e}" ma:internalName="TaxCatchAll" ma:showField="CatchAllData" ma:web="3f17fce2-2bce-47d9-967a-ecfc96fbdd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79319E-A9FF-4A71-BBF4-660A347629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E3F30A-5B04-460C-8F76-62D8961BCBEA}">
  <ds:schemaRefs>
    <ds:schemaRef ds:uri="http://schemas.microsoft.com/office/2006/metadata/properties"/>
    <ds:schemaRef ds:uri="http://schemas.microsoft.com/office/infopath/2007/PartnerControls"/>
    <ds:schemaRef ds:uri="3f17fce2-2bce-47d9-967a-ecfc96fbdd1f"/>
    <ds:schemaRef ds:uri="85de1a13-73a4-4b99-ac2b-bff0a0f3fab1"/>
  </ds:schemaRefs>
</ds:datastoreItem>
</file>

<file path=customXml/itemProps3.xml><?xml version="1.0" encoding="utf-8"?>
<ds:datastoreItem xmlns:ds="http://schemas.openxmlformats.org/officeDocument/2006/customXml" ds:itemID="{E72227E0-90DE-4003-8A63-88C97E05F3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de1a13-73a4-4b99-ac2b-bff0a0f3fab1"/>
    <ds:schemaRef ds:uri="3f17fce2-2bce-47d9-967a-ecfc96fbdd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789</Words>
  <Application>Microsoft Office PowerPoint</Application>
  <PresentationFormat>Widescreen</PresentationFormat>
  <Paragraphs>150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Ti atoslog</dc:creator>
  <cp:lastModifiedBy>Cristiany Kelly Miranda da Costa Correa</cp:lastModifiedBy>
  <cp:revision>15</cp:revision>
  <dcterms:created xsi:type="dcterms:W3CDTF">2023-01-25T17:26:33Z</dcterms:created>
  <dcterms:modified xsi:type="dcterms:W3CDTF">2025-06-05T18:33:46Z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0x0101008FDB180FCD2F494186C557735057AF7F</vt:lpwstr>
  </property>
  <property fmtid="{D5CDD505-2E9C-101B-9397-08002B2CF9AE}" pid="3" name="Order">
    <vt:r8>69352800</vt:r8>
  </property>
  <property fmtid="{D5CDD505-2E9C-101B-9397-08002B2CF9AE}" pid="4" name="MediaServiceImageTags">
    <vt:lpwstr/>
  </property>
</Properties>
</file>