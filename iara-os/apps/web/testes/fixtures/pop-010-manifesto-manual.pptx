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CA351DFC-4E0A-473D-A15C-5B68097E56A5}"/>
    <pc:docChg chg="modSld">
      <pc:chgData name="Cristiany Kelly Miranda da Costa Correa" userId="3132fc47-1712-48bc-8364-dd56cd431e4c" providerId="ADAL" clId="{CA351DFC-4E0A-473D-A15C-5B68097E56A5}" dt="2025-05-21T13:56:18.421" v="1" actId="20577"/>
      <pc:docMkLst>
        <pc:docMk/>
      </pc:docMkLst>
      <pc:sldChg chg="modSp mod">
        <pc:chgData name="Cristiany Kelly Miranda da Costa Correa" userId="3132fc47-1712-48bc-8364-dd56cd431e4c" providerId="ADAL" clId="{CA351DFC-4E0A-473D-A15C-5B68097E56A5}" dt="2025-05-21T13:56:18.421" v="1" actId="20577"/>
        <pc:sldMkLst>
          <pc:docMk/>
          <pc:sldMk cId="1913275308" sldId="273"/>
        </pc:sldMkLst>
        <pc:spChg chg="mod">
          <ac:chgData name="Cristiany Kelly Miranda da Costa Correa" userId="3132fc47-1712-48bc-8364-dd56cd431e4c" providerId="ADAL" clId="{CA351DFC-4E0A-473D-A15C-5B68097E56A5}" dt="2025-05-21T13:56:18.421" v="1" actId="20577"/>
          <ac:spMkLst>
            <pc:docMk/>
            <pc:sldMk cId="1913275308" sldId="273"/>
            <ac:spMk id="3" creationId="{C8F51A4C-883F-9E79-8A09-87AB15E873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8F51A4C-883F-9E79-8A09-87AB15E87377}"/>
              </a:ext>
            </a:extLst>
          </p:cNvPr>
          <p:cNvSpPr/>
          <p:nvPr/>
        </p:nvSpPr>
        <p:spPr>
          <a:xfrm>
            <a:off x="-1" y="3398293"/>
            <a:ext cx="12177859" cy="27845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manifesto gera sempre no automático, poré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 se for 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necessário geramos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 forma descrita acima.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MANIFESTO MANUAL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IT-ADMLUF-010</a:t>
            </a:r>
            <a:endParaRPr lang="pt-BR" b="1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1/1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0181231" cy="25077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EMISSÃO DE MANIFESTO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900752"/>
            <a:ext cx="1996628" cy="2486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Lançamento  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Manifestos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ovo manifesto 4. selecionar CTES &gt; salvar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D6A6D8C-56DE-1DDA-E4B2-66B0442A04AE}"/>
              </a:ext>
            </a:extLst>
          </p:cNvPr>
          <p:cNvSpPr/>
          <p:nvPr/>
        </p:nvSpPr>
        <p:spPr>
          <a:xfrm>
            <a:off x="10531" y="3387398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BE6B4B7-7E33-B6DB-450D-C2266B04B3A2}"/>
              </a:ext>
            </a:extLst>
          </p:cNvPr>
          <p:cNvSpPr txBox="1"/>
          <p:nvPr/>
        </p:nvSpPr>
        <p:spPr>
          <a:xfrm>
            <a:off x="573301" y="3366560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PARTICULARIDADES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44CBB95-E324-8E81-6CA7-1719BCF15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49" y="1242238"/>
            <a:ext cx="2813594" cy="2058889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01C9F88D-8CEE-7D31-AF3F-9DED7F48DA23}"/>
              </a:ext>
            </a:extLst>
          </p:cNvPr>
          <p:cNvSpPr/>
          <p:nvPr/>
        </p:nvSpPr>
        <p:spPr>
          <a:xfrm>
            <a:off x="870508" y="1907626"/>
            <a:ext cx="834888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C6876122-D8DD-5D3C-3240-C4C782178B33}"/>
              </a:ext>
            </a:extLst>
          </p:cNvPr>
          <p:cNvSpPr/>
          <p:nvPr/>
        </p:nvSpPr>
        <p:spPr>
          <a:xfrm>
            <a:off x="870508" y="2972605"/>
            <a:ext cx="834888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134EF56-CCE5-816C-FC3F-A51E1C244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193" y="1211966"/>
            <a:ext cx="2813594" cy="2077855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9DCCD8BA-5549-1342-D583-312D247891AB}"/>
              </a:ext>
            </a:extLst>
          </p:cNvPr>
          <p:cNvSpPr/>
          <p:nvPr/>
        </p:nvSpPr>
        <p:spPr>
          <a:xfrm>
            <a:off x="4255726" y="1526260"/>
            <a:ext cx="834888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BF0200ED-B8FB-152E-7752-A0EFF7C04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109" y="1123960"/>
            <a:ext cx="3069944" cy="2233813"/>
          </a:xfrm>
          <a:prstGeom prst="rect">
            <a:avLst/>
          </a:prstGeom>
        </p:spPr>
      </p:pic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76ACA2D6-16D0-AD3E-0BB2-AA65BD8B313F}"/>
              </a:ext>
            </a:extLst>
          </p:cNvPr>
          <p:cNvSpPr/>
          <p:nvPr/>
        </p:nvSpPr>
        <p:spPr>
          <a:xfrm>
            <a:off x="6109249" y="2831583"/>
            <a:ext cx="834888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3275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6FE851-B274-413D-B999-04EDB1D08C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78D6B4-4C4F-4D11-819D-0541B8A528D1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3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14</cp:revision>
  <dcterms:created xsi:type="dcterms:W3CDTF">2023-01-25T18:17:22Z</dcterms:created>
  <dcterms:modified xsi:type="dcterms:W3CDTF">2025-06-06T17:56:35Z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69354600</vt:r8>
  </property>
  <property fmtid="{D5CDD505-2E9C-101B-9397-08002B2CF9AE}" pid="4" name="MediaServiceImageTags">
    <vt:lpwstr/>
  </property>
</Properties>
</file>