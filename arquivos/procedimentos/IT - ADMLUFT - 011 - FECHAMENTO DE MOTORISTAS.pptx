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73" r:id="rId5"/>
    <p:sldId id="274" r:id="rId6"/>
    <p:sldId id="275" r:id="rId7"/>
    <p:sldId id="277" r:id="rId8"/>
    <p:sldId id="279" r:id="rId9"/>
    <p:sldId id="278" r:id="rId10"/>
    <p:sldId id="281" r:id="rId11"/>
    <p:sldId id="276" r:id="rId12"/>
    <p:sldId id="280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iany Kelly Miranda da Costa Correa" userId="3132fc47-1712-48bc-8364-dd56cd431e4c" providerId="ADAL" clId="{9109CCF4-A2CF-46C4-AF21-24958F446765}"/>
    <pc:docChg chg="modSld">
      <pc:chgData name="Cristiany Kelly Miranda da Costa Correa" userId="3132fc47-1712-48bc-8364-dd56cd431e4c" providerId="ADAL" clId="{9109CCF4-A2CF-46C4-AF21-24958F446765}" dt="2025-05-21T13:56:44.893" v="6" actId="20577"/>
      <pc:docMkLst>
        <pc:docMk/>
      </pc:docMkLst>
      <pc:sldChg chg="modSp mod">
        <pc:chgData name="Cristiany Kelly Miranda da Costa Correa" userId="3132fc47-1712-48bc-8364-dd56cd431e4c" providerId="ADAL" clId="{9109CCF4-A2CF-46C4-AF21-24958F446765}" dt="2025-05-21T13:56:44.893" v="6" actId="20577"/>
        <pc:sldMkLst>
          <pc:docMk/>
          <pc:sldMk cId="1913275308" sldId="273"/>
        </pc:sldMkLst>
        <pc:spChg chg="mod">
          <ac:chgData name="Cristiany Kelly Miranda da Costa Correa" userId="3132fc47-1712-48bc-8364-dd56cd431e4c" providerId="ADAL" clId="{9109CCF4-A2CF-46C4-AF21-24958F446765}" dt="2025-05-21T13:56:44.893" v="6" actId="20577"/>
          <ac:spMkLst>
            <pc:docMk/>
            <pc:sldMk cId="1913275308" sldId="273"/>
            <ac:spMk id="26" creationId="{7116841E-0459-7ED7-2722-108CE96C138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F0C5E5-B1A7-69E0-8ABB-41F38869F6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086D03-11E4-2D2B-DBAF-1368CDF5BE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5EAA39-F21C-F152-A547-F470C5426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5D52031-502E-17D6-B9DD-903FA592A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E52B719-17B3-B5CF-A152-7EC5CB7CE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61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E2BEAA-F46A-E99E-DEE7-AECE3372D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A82544-0978-F74C-4566-742B362F0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1372623-9854-CA71-2C3D-AFC1378AF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80CCB7A-4C16-F647-3FED-91C24DB4E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58CD673-E67B-CD96-448D-4456C062F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5430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A04F40-D48D-1323-C7B7-7733EB69B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8FDF976-54FD-0D46-8A00-B57E7F44FB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C94F2A-6610-6BAC-07DE-C81485EC3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23D09B9-ED24-1D69-82AF-9F4BC717B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7114733-10E5-0BBF-4B7C-01E3E1019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2849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E8FF88-108C-841F-DAE9-C1ECAAE3B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F43AD6-2D1F-10FA-7E89-11F455D8F4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3985545-C370-49B6-00A1-423C7BC4C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BF73872-574D-869E-E6A1-D94E2B9F7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A69FF45-69C8-4909-F7C3-E017DF0ED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33B972F-39DE-974F-D8BB-64138FB83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6839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CB2377-CCB8-1352-7E78-1FA765AAB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A792C3B-4A75-D32F-5BFF-DA55574E8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B41009A-12EA-BAAF-0C65-4397ED4E55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E9EF207-0D92-94AE-873F-75BA30966B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7CCFB58-41F7-4FA5-C3B8-98B3AA4567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6698B94-DD3B-7A76-B5DA-53A2420B9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AB13164-19C3-7F5E-3EC9-5A79CFDF7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0C83144-B60C-5F88-CF5D-EC8B79EFE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9847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D3EAB0-880B-A623-1DE3-A4E2794A0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360FC57-EDA9-668D-BF60-3580740D7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CD86B0A-64A6-97C1-9577-C2E21DC8C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82ECAE0-28C3-2586-1BF8-142FFB414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950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1ABB909-1490-4E22-F02C-324F4480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687DD46-2FD7-1C92-6579-9C0CAE491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BDC1D49-4B77-7506-A1C1-35E06426C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6553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3C8865-6365-712E-0AC7-FC46F2E74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2E9111-B2E8-AC50-E0F4-012E34FE9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314F71D-4389-5628-FE94-0AC58A518D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45C5912-E308-B10D-B4F2-F5B214ABD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A6AC50A-1F3E-620F-2A22-26F3EA5DC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F6558EA-C399-F9E6-1157-7F9E5DB01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8908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B8E97A-99A9-D561-5155-6CBA7C624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0C6D5BF-0A93-D960-8704-3A5AA4BE24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B6865F2-F812-8E03-2287-FD68814DDA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B7EE6C3-06B2-BD5D-9CD6-58F98E21C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7E16561-B9EB-90BC-52CF-57327798D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7A1926D-AFA3-7A18-0486-49B78DC01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750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32AB80-F8BA-1C30-33FF-D1C5A19B5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CA39070-AA63-7950-0326-11A1A25159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95D2864-7C1C-0E6A-3B48-A2DE2D6CE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F8A3E9-E2B8-D1B2-38F1-F0EA7F51F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B2231D-8DDF-07A4-72E9-DD9C7A830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6029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31F18B7-6879-DFB2-6D87-312A1DFB93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7CCE12E-1665-1297-CC3A-3C5A0929BA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8001AA-8764-76D6-EC49-69DDD34C3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7F75E-B2CC-4F30-AC80-47527633D6D4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57FBC2F-4AAA-B878-5DCD-D6A9BADFA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4D5330-A127-68F8-D458-D28D74154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3107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4F2B321-53C5-AFD0-7336-5C05002A7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81EB4C5-7968-485D-D83D-2ACFEC260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3C81CA-A0D0-64CF-309B-DB73C886B3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77F75E-B2CC-4F30-AC80-47527633D6D4}" type="datetimeFigureOut">
              <a:rPr lang="pt-BR" smtClean="0"/>
              <a:t>06/06/2025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6335F9-F1FE-B0D6-82C0-0840225A92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9F8F79-C472-3DB8-2FF6-B4CEA1AEB4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0F7152-47C9-44E7-AE29-58E23E8742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5872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52C96A9E-C7B6-096E-1BEF-06C5A392C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0163D478-F0F7-1C95-D894-C4AEDC78D780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9A6F63B-4D85-BF44-4E1B-B87ADB0B91EE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FECHAMENTO DE MOTORISTA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5D6A4C9-BFF9-C4CA-B2E9-E3B2EB10298B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IT-ADMLUFT-011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08E8123-1627-1FE3-BDCF-DFBE43A69B84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0EFB402-7AB4-7A83-A790-AB890E004FB9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1/9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74C29AD-5234-9049-CC86-852635AC1BB0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REV.:01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CABAEA2-B592-C857-720F-90572796E456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814A595-2138-CF0C-676B-E6E3AF3A2387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3D97F59-5AE0-FD94-77BE-FE2BEE06D653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5E6DEE5-FF36-0372-F565-A9D5263C835C}"/>
              </a:ext>
            </a:extLst>
          </p:cNvPr>
          <p:cNvSpPr/>
          <p:nvPr/>
        </p:nvSpPr>
        <p:spPr>
          <a:xfrm>
            <a:off x="-1" y="890546"/>
            <a:ext cx="12192001" cy="52922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AEB04F1-12D1-7132-5216-79111FD35C43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C50DBFB-5ABE-7EB2-F053-9DFAD2F90542}"/>
              </a:ext>
            </a:extLst>
          </p:cNvPr>
          <p:cNvSpPr txBox="1"/>
          <p:nvPr/>
        </p:nvSpPr>
        <p:spPr>
          <a:xfrm>
            <a:off x="579928" y="910396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TIRAR RELATORIO DE PAGAMENTO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7116841E-0459-7ED7-2722-108CE96C1388}"/>
              </a:ext>
            </a:extLst>
          </p:cNvPr>
          <p:cNvSpPr/>
          <p:nvPr/>
        </p:nvSpPr>
        <p:spPr>
          <a:xfrm>
            <a:off x="10181231" y="900752"/>
            <a:ext cx="1996628" cy="52820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Relatórios;</a:t>
            </a:r>
          </a:p>
          <a:p>
            <a:pPr marL="228600" indent="-2286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lang="pt-BR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Operacional;</a:t>
            </a:r>
          </a:p>
          <a:p>
            <a:pPr marL="228600" indent="-2286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Contratos de Frete;</a:t>
            </a:r>
          </a:p>
          <a:p>
            <a:pPr marL="228600" indent="-2286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lang="pt-BR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Relatórios personalizados;</a:t>
            </a:r>
          </a:p>
          <a:p>
            <a:pPr marL="228600" indent="-2286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Pagamento de agregado;</a:t>
            </a:r>
          </a:p>
          <a:p>
            <a:pPr marL="228600" indent="-2286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lang="pt-BR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Período DE 20 DIAS até a data do dia;</a:t>
            </a:r>
          </a:p>
          <a:p>
            <a:pPr marL="228600" indent="-2286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Gerar relatório </a:t>
            </a:r>
            <a:r>
              <a:rPr lang="pt-BR" sz="120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 Excel; </a:t>
            </a:r>
            <a:endParaRPr lang="pt-BR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28600" indent="-2286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endParaRPr lang="pt-BR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274A238-1C2D-F5EF-1F89-81D22DDAEB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921" y="1473228"/>
            <a:ext cx="3678076" cy="4170720"/>
          </a:xfrm>
          <a:prstGeom prst="rect">
            <a:avLst/>
          </a:prstGeom>
        </p:spPr>
      </p:pic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AC5B6812-E689-74F0-395F-5886E26F3533}"/>
              </a:ext>
            </a:extLst>
          </p:cNvPr>
          <p:cNvSpPr/>
          <p:nvPr/>
        </p:nvSpPr>
        <p:spPr>
          <a:xfrm>
            <a:off x="854763" y="1726209"/>
            <a:ext cx="430698" cy="44406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EB88FAD4-BCF4-F54C-AC7D-2385372AA8C4}"/>
              </a:ext>
            </a:extLst>
          </p:cNvPr>
          <p:cNvSpPr/>
          <p:nvPr/>
        </p:nvSpPr>
        <p:spPr>
          <a:xfrm>
            <a:off x="165653" y="3048000"/>
            <a:ext cx="569842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20" name="Seta: para a Direita 19">
            <a:extLst>
              <a:ext uri="{FF2B5EF4-FFF2-40B4-BE49-F238E27FC236}">
                <a16:creationId xmlns:a16="http://schemas.microsoft.com/office/drawing/2014/main" id="{66DD0020-AF41-6CB2-88AE-35505D0637B3}"/>
              </a:ext>
            </a:extLst>
          </p:cNvPr>
          <p:cNvSpPr/>
          <p:nvPr/>
        </p:nvSpPr>
        <p:spPr>
          <a:xfrm>
            <a:off x="1554117" y="4424901"/>
            <a:ext cx="569842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EB4A6AB1-4A7C-2731-D753-02E68863D2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9590" y="2026627"/>
            <a:ext cx="6268278" cy="3409275"/>
          </a:xfrm>
          <a:prstGeom prst="rect">
            <a:avLst/>
          </a:prstGeom>
        </p:spPr>
      </p:pic>
      <p:sp>
        <p:nvSpPr>
          <p:cNvPr id="24" name="Seta: para Baixo 23">
            <a:extLst>
              <a:ext uri="{FF2B5EF4-FFF2-40B4-BE49-F238E27FC236}">
                <a16:creationId xmlns:a16="http://schemas.microsoft.com/office/drawing/2014/main" id="{02B9E913-725C-DA75-533A-F9803552E4DD}"/>
              </a:ext>
            </a:extLst>
          </p:cNvPr>
          <p:cNvSpPr/>
          <p:nvPr/>
        </p:nvSpPr>
        <p:spPr>
          <a:xfrm>
            <a:off x="6953729" y="2398643"/>
            <a:ext cx="414480" cy="42407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</a:t>
            </a:r>
          </a:p>
        </p:txBody>
      </p:sp>
      <p:sp>
        <p:nvSpPr>
          <p:cNvPr id="25" name="Seta: para a Esquerda 24">
            <a:extLst>
              <a:ext uri="{FF2B5EF4-FFF2-40B4-BE49-F238E27FC236}">
                <a16:creationId xmlns:a16="http://schemas.microsoft.com/office/drawing/2014/main" id="{F657075B-BDCF-B5CE-1FFA-D6BD36B30885}"/>
              </a:ext>
            </a:extLst>
          </p:cNvPr>
          <p:cNvSpPr/>
          <p:nvPr/>
        </p:nvSpPr>
        <p:spPr>
          <a:xfrm>
            <a:off x="7805530" y="3958794"/>
            <a:ext cx="423475" cy="33491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5</a:t>
            </a:r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B51D9B63-61E9-0E55-C071-7576AF88CE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5867" y="4446086"/>
            <a:ext cx="6180674" cy="1528670"/>
          </a:xfrm>
          <a:prstGeom prst="rect">
            <a:avLst/>
          </a:prstGeom>
        </p:spPr>
      </p:pic>
      <p:sp>
        <p:nvSpPr>
          <p:cNvPr id="29" name="Seta: para a Esquerda 28">
            <a:extLst>
              <a:ext uri="{FF2B5EF4-FFF2-40B4-BE49-F238E27FC236}">
                <a16:creationId xmlns:a16="http://schemas.microsoft.com/office/drawing/2014/main" id="{C40AF769-7A41-44D7-7C81-A30029957313}"/>
              </a:ext>
            </a:extLst>
          </p:cNvPr>
          <p:cNvSpPr/>
          <p:nvPr/>
        </p:nvSpPr>
        <p:spPr>
          <a:xfrm>
            <a:off x="7242205" y="4565389"/>
            <a:ext cx="423475" cy="33491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6</a:t>
            </a:r>
          </a:p>
        </p:txBody>
      </p:sp>
      <p:sp>
        <p:nvSpPr>
          <p:cNvPr id="30" name="Seta: para a Esquerda 29">
            <a:extLst>
              <a:ext uri="{FF2B5EF4-FFF2-40B4-BE49-F238E27FC236}">
                <a16:creationId xmlns:a16="http://schemas.microsoft.com/office/drawing/2014/main" id="{AB28D7D3-5DC7-6260-2075-2F0047FFD4DE}"/>
              </a:ext>
            </a:extLst>
          </p:cNvPr>
          <p:cNvSpPr/>
          <p:nvPr/>
        </p:nvSpPr>
        <p:spPr>
          <a:xfrm>
            <a:off x="6860376" y="5654391"/>
            <a:ext cx="423475" cy="33491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913275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5E6DEE5-FF36-0372-F565-A9D5263C835C}"/>
              </a:ext>
            </a:extLst>
          </p:cNvPr>
          <p:cNvSpPr/>
          <p:nvPr/>
        </p:nvSpPr>
        <p:spPr>
          <a:xfrm>
            <a:off x="-1" y="890546"/>
            <a:ext cx="12192001" cy="52922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8047A39D-D18F-3691-3E96-E56A7C593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921" y="1473228"/>
            <a:ext cx="3678076" cy="417072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2C96A9E-C7B6-096E-1BEF-06C5A392C3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0163D478-F0F7-1C95-D894-C4AEDC78D780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9A6F63B-4D85-BF44-4E1B-B87ADB0B91EE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FECHAMENTO DE MOTORISTA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5D6A4C9-BFF9-C4CA-B2E9-E3B2EB10298B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IT-ADMLUFT- 011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08E8123-1627-1FE3-BDCF-DFBE43A69B84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0EFB402-7AB4-7A83-A790-AB890E004FB9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2/9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74C29AD-5234-9049-CC86-852635AC1BB0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REV.:01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CABAEA2-B592-C857-720F-90572796E456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814A595-2138-CF0C-676B-E6E3AF3A2387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3D97F59-5AE0-FD94-77BE-FE2BEE06D653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AEB04F1-12D1-7132-5216-79111FD35C43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C50DBFB-5ABE-7EB2-F053-9DFAD2F90542}"/>
              </a:ext>
            </a:extLst>
          </p:cNvPr>
          <p:cNvSpPr txBox="1"/>
          <p:nvPr/>
        </p:nvSpPr>
        <p:spPr>
          <a:xfrm>
            <a:off x="579928" y="910396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TIRAR RELATORIO 2 DE PAGAMENTO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7116841E-0459-7ED7-2722-108CE96C1388}"/>
              </a:ext>
            </a:extLst>
          </p:cNvPr>
          <p:cNvSpPr/>
          <p:nvPr/>
        </p:nvSpPr>
        <p:spPr>
          <a:xfrm>
            <a:off x="10181231" y="900752"/>
            <a:ext cx="1996628" cy="52820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Relatórios</a:t>
            </a:r>
          </a:p>
          <a:p>
            <a:pPr marL="228600" indent="-2286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lang="pt-BR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Operacional</a:t>
            </a:r>
          </a:p>
          <a:p>
            <a:pPr marL="228600" indent="-2286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Contratos de Frete</a:t>
            </a:r>
          </a:p>
          <a:p>
            <a:pPr marL="228600" indent="-2286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lang="pt-BR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Relatórios personalizados</a:t>
            </a:r>
          </a:p>
          <a:p>
            <a:pPr marL="228600" indent="-2286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lang="pt-BR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Contrato OCI</a:t>
            </a:r>
          </a:p>
          <a:p>
            <a:pPr marL="228600" indent="-2286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lang="pt-BR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Período 20 DIAS até a data do dia</a:t>
            </a:r>
          </a:p>
          <a:p>
            <a:pPr marL="228600" indent="-2286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lang="pt-BR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Gerar relatórios </a:t>
            </a:r>
          </a:p>
        </p:txBody>
      </p:sp>
      <p:sp>
        <p:nvSpPr>
          <p:cNvPr id="3" name="Seta: para Baixo 2">
            <a:extLst>
              <a:ext uri="{FF2B5EF4-FFF2-40B4-BE49-F238E27FC236}">
                <a16:creationId xmlns:a16="http://schemas.microsoft.com/office/drawing/2014/main" id="{BCA28798-68D6-86ED-F7B2-A84DA10DD840}"/>
              </a:ext>
            </a:extLst>
          </p:cNvPr>
          <p:cNvSpPr/>
          <p:nvPr/>
        </p:nvSpPr>
        <p:spPr>
          <a:xfrm>
            <a:off x="854763" y="1726209"/>
            <a:ext cx="430698" cy="44406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685D711D-94BA-AA3C-922D-EB65D3C6E565}"/>
              </a:ext>
            </a:extLst>
          </p:cNvPr>
          <p:cNvSpPr/>
          <p:nvPr/>
        </p:nvSpPr>
        <p:spPr>
          <a:xfrm>
            <a:off x="165653" y="3048000"/>
            <a:ext cx="569842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9E641FD0-7B01-83AC-56A0-89215CEBA4D6}"/>
              </a:ext>
            </a:extLst>
          </p:cNvPr>
          <p:cNvSpPr/>
          <p:nvPr/>
        </p:nvSpPr>
        <p:spPr>
          <a:xfrm>
            <a:off x="1554117" y="4424901"/>
            <a:ext cx="569842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BAD1E7C9-23DA-A5D1-FE66-D90233483B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7687" y="1637445"/>
            <a:ext cx="5698037" cy="3409275"/>
          </a:xfrm>
          <a:prstGeom prst="rect">
            <a:avLst/>
          </a:prstGeom>
        </p:spPr>
      </p:pic>
      <p:sp>
        <p:nvSpPr>
          <p:cNvPr id="19" name="Seta: para Baixo 18">
            <a:extLst>
              <a:ext uri="{FF2B5EF4-FFF2-40B4-BE49-F238E27FC236}">
                <a16:creationId xmlns:a16="http://schemas.microsoft.com/office/drawing/2014/main" id="{D29D191A-8F19-6939-BE4E-648A86791479}"/>
              </a:ext>
            </a:extLst>
          </p:cNvPr>
          <p:cNvSpPr/>
          <p:nvPr/>
        </p:nvSpPr>
        <p:spPr>
          <a:xfrm>
            <a:off x="7279005" y="2026628"/>
            <a:ext cx="414480" cy="42407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</a:t>
            </a:r>
          </a:p>
        </p:txBody>
      </p:sp>
      <p:sp>
        <p:nvSpPr>
          <p:cNvPr id="20" name="Seta: para a Esquerda 19">
            <a:extLst>
              <a:ext uri="{FF2B5EF4-FFF2-40B4-BE49-F238E27FC236}">
                <a16:creationId xmlns:a16="http://schemas.microsoft.com/office/drawing/2014/main" id="{DD697D06-9BDA-9666-5646-064AF103105F}"/>
              </a:ext>
            </a:extLst>
          </p:cNvPr>
          <p:cNvSpPr/>
          <p:nvPr/>
        </p:nvSpPr>
        <p:spPr>
          <a:xfrm>
            <a:off x="4878878" y="2903590"/>
            <a:ext cx="423475" cy="33491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5</a:t>
            </a:r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2A1A4C76-2DA6-3FD6-8B2D-E803AAB8FD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7919" y="4017509"/>
            <a:ext cx="5627220" cy="122872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4" name="Seta: para a Direita 23">
            <a:extLst>
              <a:ext uri="{FF2B5EF4-FFF2-40B4-BE49-F238E27FC236}">
                <a16:creationId xmlns:a16="http://schemas.microsoft.com/office/drawing/2014/main" id="{E64AC0DB-2CEA-9DFD-6521-461410961EDA}"/>
              </a:ext>
            </a:extLst>
          </p:cNvPr>
          <p:cNvSpPr/>
          <p:nvPr/>
        </p:nvSpPr>
        <p:spPr>
          <a:xfrm>
            <a:off x="5167416" y="4102728"/>
            <a:ext cx="423475" cy="40191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6</a:t>
            </a:r>
          </a:p>
        </p:txBody>
      </p:sp>
      <p:sp>
        <p:nvSpPr>
          <p:cNvPr id="25" name="Seta: para a Direita 24">
            <a:extLst>
              <a:ext uri="{FF2B5EF4-FFF2-40B4-BE49-F238E27FC236}">
                <a16:creationId xmlns:a16="http://schemas.microsoft.com/office/drawing/2014/main" id="{18FEC541-8E28-B0BF-2E83-CD979EC5B739}"/>
              </a:ext>
            </a:extLst>
          </p:cNvPr>
          <p:cNvSpPr/>
          <p:nvPr/>
        </p:nvSpPr>
        <p:spPr>
          <a:xfrm>
            <a:off x="6145612" y="4816719"/>
            <a:ext cx="423475" cy="40191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020984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52C96A9E-C7B6-096E-1BEF-06C5A392C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0163D478-F0F7-1C95-D894-C4AEDC78D780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9A6F63B-4D85-BF44-4E1B-B87ADB0B91EE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FECHAMENTO DE MOTORISTA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5D6A4C9-BFF9-C4CA-B2E9-E3B2EB10298B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IT-ADMLUFT-011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08E8123-1627-1FE3-BDCF-DFBE43A69B84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0EFB402-7AB4-7A83-A790-AB890E004FB9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3/9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74C29AD-5234-9049-CC86-852635AC1BB0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REV.:01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CABAEA2-B592-C857-720F-90572796E456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814A595-2138-CF0C-676B-E6E3AF3A2387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3D97F59-5AE0-FD94-77BE-FE2BEE06D653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5E6DEE5-FF36-0372-F565-A9D5263C835C}"/>
              </a:ext>
            </a:extLst>
          </p:cNvPr>
          <p:cNvSpPr/>
          <p:nvPr/>
        </p:nvSpPr>
        <p:spPr>
          <a:xfrm>
            <a:off x="-1" y="890546"/>
            <a:ext cx="12192001" cy="52922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AEB04F1-12D1-7132-5216-79111FD35C43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C50DBFB-5ABE-7EB2-F053-9DFAD2F90542}"/>
              </a:ext>
            </a:extLst>
          </p:cNvPr>
          <p:cNvSpPr txBox="1"/>
          <p:nvPr/>
        </p:nvSpPr>
        <p:spPr>
          <a:xfrm>
            <a:off x="579928" y="910396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EXCEL MONTAGEM 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7116841E-0459-7ED7-2722-108CE96C1388}"/>
              </a:ext>
            </a:extLst>
          </p:cNvPr>
          <p:cNvSpPr/>
          <p:nvPr/>
        </p:nvSpPr>
        <p:spPr>
          <a:xfrm>
            <a:off x="10181231" y="900752"/>
            <a:ext cx="1996628" cy="52820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lang="pt-BR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Incluir uma coluna entre o numero de contrato e numero de </a:t>
            </a:r>
            <a:r>
              <a:rPr lang="pt-BR" sz="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nf</a:t>
            </a:r>
            <a:r>
              <a:rPr lang="pt-BR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para colocar OCI</a:t>
            </a:r>
          </a:p>
          <a:p>
            <a:pPr marL="228600" indent="-2286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lang="pt-BR" sz="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Fazer um </a:t>
            </a:r>
            <a:r>
              <a:rPr lang="pt-BR" sz="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procv</a:t>
            </a:r>
            <a:r>
              <a:rPr lang="pt-BR" sz="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com a outra planilha para trazer a OCI</a:t>
            </a:r>
          </a:p>
          <a:p>
            <a:pPr marL="228600" indent="-2286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lang="pt-BR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Colocar em moeda nas colunas de valores e colocar totalizadores</a:t>
            </a:r>
          </a:p>
          <a:p>
            <a:pPr marL="228600" indent="-2286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lang="pt-BR" sz="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Incluir coluna para calcular o % - dividir o valor do contrato pelo valor cte-1</a:t>
            </a:r>
          </a:p>
          <a:p>
            <a:pPr marL="228600" indent="-2286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lang="pt-BR" sz="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Filtrar por motorista e imprimir </a:t>
            </a:r>
          </a:p>
          <a:p>
            <a:pPr marL="228600" indent="-2286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lang="pt-BR" sz="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Obs</a:t>
            </a:r>
            <a:r>
              <a:rPr lang="pt-BR" sz="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Quando for enviar o relatório ocultar as colunas valor do </a:t>
            </a:r>
            <a:r>
              <a:rPr lang="pt-BR" sz="8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cte</a:t>
            </a:r>
            <a:r>
              <a:rPr lang="pt-BR" sz="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 valor contratado%</a:t>
            </a:r>
          </a:p>
          <a:p>
            <a:pPr marL="228600" indent="-2286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lang="pt-BR" sz="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ordem da planilha deve ficar: Proprietário/contrato/OCI/SST/NF/ DATA/ VALOR CONTRATOI/VALOR ADIANTAMENTO/ INSS/ IR/ SEST-SENAT/VALOR OUTRO/ SALDO A PAGAR/ VALOR CTES/ VALOR CONTRATO/ PEDAGIO/ %/ UF/ORIGEM/DESTINO/PAGAMENTO/NUMERO DO CIOT</a:t>
            </a:r>
          </a:p>
          <a:p>
            <a:pPr marL="228600" indent="-2286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lang="pt-BR" sz="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Este relatório imprime 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65E5250-CFEE-93BB-8420-9832391924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763" y="1712682"/>
            <a:ext cx="9627705" cy="3205146"/>
          </a:xfrm>
          <a:prstGeom prst="rect">
            <a:avLst/>
          </a:prstGeom>
          <a:ln w="38100"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1962983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A0D6E-49DA-4FD9-3F28-4443F6F31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368ADBEC-98C4-2C93-1244-6724F84F79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78724C13-CEA7-3866-C2F7-42C3AFB88654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154926D-C35C-F555-97A5-A7DC4073C969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FECHAMENTO DE MOTORISTA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1D8B68C-74CA-13DD-F7F4-058A61F5E793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IT-ADMLUFT-011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0FAF95C9-217E-3B8C-CAE8-11D7F4A4A30A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A4B99D2-FCAF-A2F3-E7A3-D72EE3431CAF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4/9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C767F93-BB4B-0EDE-9D22-9D33D27DB25D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REV.:01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3B00E246-08B7-5943-4BE1-CF2D2DA7B213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F6F3C69-F17F-DEAB-ADBD-AB6CFD01A9D5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49BAA6CC-5715-3A12-193F-632C6433F591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8495904-725E-A8A3-F0F8-F1539A8A32C4}"/>
              </a:ext>
            </a:extLst>
          </p:cNvPr>
          <p:cNvSpPr/>
          <p:nvPr/>
        </p:nvSpPr>
        <p:spPr>
          <a:xfrm>
            <a:off x="-1" y="890546"/>
            <a:ext cx="12192001" cy="52922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C1340852-8434-D984-EC79-AF13063E19CA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692EEEAC-6D30-DA84-4D79-3CB896B9FFF0}"/>
              </a:ext>
            </a:extLst>
          </p:cNvPr>
          <p:cNvSpPr txBox="1"/>
          <p:nvPr/>
        </p:nvSpPr>
        <p:spPr>
          <a:xfrm>
            <a:off x="579928" y="910396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EXCEL CONFERENCIA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BFB9C7E1-30BC-9C2B-1988-6F51C4DF761D}"/>
              </a:ext>
            </a:extLst>
          </p:cNvPr>
          <p:cNvSpPr/>
          <p:nvPr/>
        </p:nvSpPr>
        <p:spPr>
          <a:xfrm>
            <a:off x="10181231" y="900752"/>
            <a:ext cx="1996628" cy="52820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Filtrar por data de pagamento e depois fazer uma dinâmica por motorista e verificar quantidades totais de viagens;</a:t>
            </a:r>
          </a:p>
          <a:p>
            <a:pPr marL="228600" indent="-2286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Bater com as viagens da planilha também em dinâmica somando viagens</a:t>
            </a:r>
          </a:p>
          <a:p>
            <a:pPr marL="228600" indent="-2286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endParaRPr lang="pt-BR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indent="-2286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endParaRPr lang="pt-BR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indent="-2286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endParaRPr lang="pt-BR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indent="-2286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endParaRPr lang="pt-BR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717194FF-5C90-EA90-5AAB-6F328079AA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543" y="1611039"/>
            <a:ext cx="5176994" cy="3124733"/>
          </a:xfrm>
          <a:prstGeom prst="rect">
            <a:avLst/>
          </a:prstGeom>
        </p:spPr>
      </p:pic>
      <p:sp>
        <p:nvSpPr>
          <p:cNvPr id="19" name="Seta: para Baixo 18">
            <a:extLst>
              <a:ext uri="{FF2B5EF4-FFF2-40B4-BE49-F238E27FC236}">
                <a16:creationId xmlns:a16="http://schemas.microsoft.com/office/drawing/2014/main" id="{FB581A91-607C-5FF0-6A46-965A8176B6BC}"/>
              </a:ext>
            </a:extLst>
          </p:cNvPr>
          <p:cNvSpPr/>
          <p:nvPr/>
        </p:nvSpPr>
        <p:spPr>
          <a:xfrm>
            <a:off x="4338702" y="1004013"/>
            <a:ext cx="751913" cy="67519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80C480EC-A866-52A0-44C1-A1AE42BF7E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4081" y="2462254"/>
            <a:ext cx="1533525" cy="3505200"/>
          </a:xfrm>
          <a:prstGeom prst="rect">
            <a:avLst/>
          </a:prstGeom>
        </p:spPr>
      </p:pic>
      <p:sp>
        <p:nvSpPr>
          <p:cNvPr id="22" name="Seta: para Baixo 21">
            <a:extLst>
              <a:ext uri="{FF2B5EF4-FFF2-40B4-BE49-F238E27FC236}">
                <a16:creationId xmlns:a16="http://schemas.microsoft.com/office/drawing/2014/main" id="{DB00CC60-BCF1-6E3D-7296-9C3997530354}"/>
              </a:ext>
            </a:extLst>
          </p:cNvPr>
          <p:cNvSpPr/>
          <p:nvPr/>
        </p:nvSpPr>
        <p:spPr>
          <a:xfrm>
            <a:off x="6340843" y="1798722"/>
            <a:ext cx="751913" cy="67519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FEE70E8E-769E-F98E-6D36-78BA2F1B13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5254" y="1611039"/>
            <a:ext cx="2618329" cy="2340276"/>
          </a:xfrm>
          <a:prstGeom prst="rect">
            <a:avLst/>
          </a:prstGeom>
        </p:spPr>
      </p:pic>
      <p:sp>
        <p:nvSpPr>
          <p:cNvPr id="27" name="Seta: para Baixo 26">
            <a:extLst>
              <a:ext uri="{FF2B5EF4-FFF2-40B4-BE49-F238E27FC236}">
                <a16:creationId xmlns:a16="http://schemas.microsoft.com/office/drawing/2014/main" id="{E3C6D7DE-7156-6BF4-2DC6-6D6F2D214376}"/>
              </a:ext>
            </a:extLst>
          </p:cNvPr>
          <p:cNvSpPr/>
          <p:nvPr/>
        </p:nvSpPr>
        <p:spPr>
          <a:xfrm>
            <a:off x="7482830" y="983519"/>
            <a:ext cx="751913" cy="67519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46009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DD027-13DE-B2B3-990C-A1286F3B1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F05A3F40-B87C-C8C8-834F-113E4D57FC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C8B8E0CF-F959-082F-44E7-59BE662CD462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513A880-4344-A135-62F8-F60E5C60D624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FECHAMENTO DE MOTORISTA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B8B57E5-55CA-EA52-6299-414E53DD88C8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IT-ADMLUFT-011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EC29A84-2E47-50F3-DBBA-BDEB4BFEC83E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67B15F03-CCD1-57E9-D50C-CF7D611BA7C8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5/9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C3592B0-2C28-1D13-856C-621C070B912D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REV.:01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DF3874A-E278-296F-C678-B1CF971FC3DA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0689A478-D60C-E554-AB77-1EF513512630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29D5D743-D2C2-F048-DC8F-305A14452A08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F95C37F-3D7A-F441-483D-EE1E8070F8D5}"/>
              </a:ext>
            </a:extLst>
          </p:cNvPr>
          <p:cNvSpPr/>
          <p:nvPr/>
        </p:nvSpPr>
        <p:spPr>
          <a:xfrm>
            <a:off x="-1" y="890546"/>
            <a:ext cx="12192001" cy="52922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4DCC737E-2126-9090-6CAB-3833ECCB9961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A2CD0DC0-ABEE-627F-05DB-5E5631AC2329}"/>
              </a:ext>
            </a:extLst>
          </p:cNvPr>
          <p:cNvSpPr txBox="1"/>
          <p:nvPr/>
        </p:nvSpPr>
        <p:spPr>
          <a:xfrm>
            <a:off x="579928" y="910396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EXCEL MOTORISTA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E0964E21-8D86-4C2D-98F2-51A2BEC7E833}"/>
              </a:ext>
            </a:extLst>
          </p:cNvPr>
          <p:cNvSpPr/>
          <p:nvPr/>
        </p:nvSpPr>
        <p:spPr>
          <a:xfrm>
            <a:off x="10181231" y="900752"/>
            <a:ext cx="1996628" cy="52820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FAZER O RELATORIO MOTORISTA OCULTANDO MARGENS E % </a:t>
            </a:r>
          </a:p>
          <a:p>
            <a:pPr marL="228600" indent="-2286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SALVAR PDF</a:t>
            </a:r>
          </a:p>
          <a:p>
            <a:pPr marL="228600" indent="-2286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ENVIAR AO AUTENTIC</a:t>
            </a:r>
          </a:p>
          <a:p>
            <a:pPr marL="228600" indent="-2286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COLETAR ASSINATURA</a:t>
            </a:r>
          </a:p>
          <a:p>
            <a:pPr marL="228600" indent="-2286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endParaRPr lang="pt-BR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indent="-2286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endParaRPr lang="pt-BR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indent="-2286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endParaRPr lang="pt-BR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indent="-2286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endParaRPr lang="pt-BR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56E0D351-F12D-9FB2-2771-4A639CAB7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406" y="1781092"/>
            <a:ext cx="9772650" cy="2395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866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A9F1B-7CD8-9761-F631-DE4434BA1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965076E7-A895-EC6D-96ED-A21B45101F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BD67DCB8-0085-C746-687A-C64FA2A6A2F1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9584841-11B3-7369-8093-FEE97D96FC8F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FECHAMENTO DE MOTORISTA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E720EBE-6EA4-6C03-437F-615F79C07168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IT-ADMLUFT-011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BF5E935-EF72-6E9C-55F6-112642309790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C121492F-F37A-5EC7-1E8A-3E399AD8F4F4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6/9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3E9615C9-80F7-CC1E-AD8A-7F249AC418F2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REV.:01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78AABC9D-16AD-3C8D-42CC-5FF1C848B812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3FA3351D-C76B-8711-3FEC-0F2FA6A352BF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4622AF18-6864-D300-0189-CD033F62F047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1777D4F-23FD-65F9-7DCE-614E2DA26228}"/>
              </a:ext>
            </a:extLst>
          </p:cNvPr>
          <p:cNvSpPr/>
          <p:nvPr/>
        </p:nvSpPr>
        <p:spPr>
          <a:xfrm>
            <a:off x="-1" y="890546"/>
            <a:ext cx="12192001" cy="52922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0B2FDB3-9DD8-BC56-6D4A-609FF3CF92EA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808C2CC5-A301-9283-21D8-04A337DBBB81}"/>
              </a:ext>
            </a:extLst>
          </p:cNvPr>
          <p:cNvSpPr txBox="1"/>
          <p:nvPr/>
        </p:nvSpPr>
        <p:spPr>
          <a:xfrm>
            <a:off x="579928" y="910396"/>
            <a:ext cx="7424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INCLUIR LANÇAMENTO NO FINANCEIRO – FECHAMENTO DE AGREGADO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414A1644-EF7C-AC25-9F79-57BF6386B159}"/>
              </a:ext>
            </a:extLst>
          </p:cNvPr>
          <p:cNvSpPr/>
          <p:nvPr/>
        </p:nvSpPr>
        <p:spPr>
          <a:xfrm>
            <a:off x="10181231" y="900752"/>
            <a:ext cx="1996628" cy="52820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Entrar no GW</a:t>
            </a:r>
          </a:p>
          <a:p>
            <a:pPr marL="228600" indent="-2286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Lançamento</a:t>
            </a:r>
          </a:p>
          <a:p>
            <a:pPr marL="228600" indent="-2286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Financeiro</a:t>
            </a:r>
          </a:p>
          <a:p>
            <a:pPr marL="228600" indent="-2286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Fechamento agregado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92CCADA-A387-B0FE-77ED-ADEE4DA85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0990" y="1545198"/>
            <a:ext cx="7160758" cy="4098750"/>
          </a:xfrm>
          <a:prstGeom prst="rect">
            <a:avLst/>
          </a:prstGeom>
        </p:spPr>
      </p:pic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CD7A4732-42EF-8688-F0E6-575AFB0B78BC}"/>
              </a:ext>
            </a:extLst>
          </p:cNvPr>
          <p:cNvSpPr/>
          <p:nvPr/>
        </p:nvSpPr>
        <p:spPr>
          <a:xfrm>
            <a:off x="1944914" y="1781092"/>
            <a:ext cx="682172" cy="5805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C2E41C5B-71E7-5A33-F0BF-E77D04D75555}"/>
              </a:ext>
            </a:extLst>
          </p:cNvPr>
          <p:cNvSpPr/>
          <p:nvPr/>
        </p:nvSpPr>
        <p:spPr>
          <a:xfrm>
            <a:off x="2093843" y="2118690"/>
            <a:ext cx="682172" cy="5805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18" name="Seta: para a Direita 17">
            <a:extLst>
              <a:ext uri="{FF2B5EF4-FFF2-40B4-BE49-F238E27FC236}">
                <a16:creationId xmlns:a16="http://schemas.microsoft.com/office/drawing/2014/main" id="{308A4B1F-C573-DF13-C071-552F6F84B6CA}"/>
              </a:ext>
            </a:extLst>
          </p:cNvPr>
          <p:cNvSpPr/>
          <p:nvPr/>
        </p:nvSpPr>
        <p:spPr>
          <a:xfrm>
            <a:off x="3951034" y="3246388"/>
            <a:ext cx="682172" cy="5805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12104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38722-883E-C330-6CA4-7B32340B4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16A99E1A-6601-BA0F-76E8-1EEB970217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A2C86379-2AFC-3749-7066-F71731D9C47C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35B0B24-3B76-C2F5-A457-F3DC6009DCCF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FECHAMENTO DE MOTORISTA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D740DBF-5189-83B0-F183-744728601E67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IT-ADMLUFT-011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1425BC6-01B9-D398-D9C0-D67FFAB1B57E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5BFFC9C-5E88-37D2-E0D3-47AD735712D5}"/>
              </a:ext>
            </a:extLst>
          </p:cNvPr>
          <p:cNvSpPr/>
          <p:nvPr/>
        </p:nvSpPr>
        <p:spPr>
          <a:xfrm>
            <a:off x="10494833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7/9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5DE0D04-D497-FBA4-0580-297E913D6B9D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REV.:01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EA9ADB6-DD5F-29A3-8326-22478FDF9654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C8F67BBA-A7DB-8B3B-57A8-20A0BD994B33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61C6B57A-A8F7-F9A6-5E03-EE39CC0C0C6C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BD1454F-72E5-2B43-882C-E1A8ECE632F5}"/>
              </a:ext>
            </a:extLst>
          </p:cNvPr>
          <p:cNvSpPr/>
          <p:nvPr/>
        </p:nvSpPr>
        <p:spPr>
          <a:xfrm>
            <a:off x="-1" y="890546"/>
            <a:ext cx="12192001" cy="52922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F14C4D10-4343-B6E5-D600-920CFCC7B4A5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AF89702F-2A17-30F5-8A2F-D711D9192571}"/>
              </a:ext>
            </a:extLst>
          </p:cNvPr>
          <p:cNvSpPr txBox="1"/>
          <p:nvPr/>
        </p:nvSpPr>
        <p:spPr>
          <a:xfrm>
            <a:off x="579928" y="910396"/>
            <a:ext cx="7424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INCLUIR LANÇAMENTO NO FINANCEIRO – FECHAMENTO DE AGREGADO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8A665E2A-4DD5-39F9-8C80-1348DEFFF636}"/>
              </a:ext>
            </a:extLst>
          </p:cNvPr>
          <p:cNvSpPr/>
          <p:nvPr/>
        </p:nvSpPr>
        <p:spPr>
          <a:xfrm>
            <a:off x="10181231" y="900752"/>
            <a:ext cx="1996628" cy="52820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 Informe o agregado (proprietário)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5. Emitidos em Sexta ate sexta 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6. Vencimento: data que vou pagar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7. Visualizar e checar se o Valor bateu com Excel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8.  Salvar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BE258D7-8B58-B996-9D65-3EB24063B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920" y="1314715"/>
            <a:ext cx="9709351" cy="3518542"/>
          </a:xfrm>
          <a:prstGeom prst="rect">
            <a:avLst/>
          </a:prstGeom>
        </p:spPr>
      </p:pic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90B49DB0-5504-3CD2-8CA4-0CEF09EABA72}"/>
              </a:ext>
            </a:extLst>
          </p:cNvPr>
          <p:cNvSpPr/>
          <p:nvPr/>
        </p:nvSpPr>
        <p:spPr>
          <a:xfrm>
            <a:off x="5370286" y="2510971"/>
            <a:ext cx="478971" cy="6096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</a:t>
            </a:r>
          </a:p>
        </p:txBody>
      </p:sp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F79A9DB4-730B-6EDB-4405-4D4AB2504A7D}"/>
              </a:ext>
            </a:extLst>
          </p:cNvPr>
          <p:cNvSpPr/>
          <p:nvPr/>
        </p:nvSpPr>
        <p:spPr>
          <a:xfrm>
            <a:off x="1248229" y="3120571"/>
            <a:ext cx="638628" cy="4789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5</a:t>
            </a:r>
          </a:p>
        </p:txBody>
      </p:sp>
      <p:sp>
        <p:nvSpPr>
          <p:cNvPr id="18" name="Seta: para a Direita 17">
            <a:extLst>
              <a:ext uri="{FF2B5EF4-FFF2-40B4-BE49-F238E27FC236}">
                <a16:creationId xmlns:a16="http://schemas.microsoft.com/office/drawing/2014/main" id="{5AEB0DD1-1B9B-3796-00D2-1BD417DEA1B6}"/>
              </a:ext>
            </a:extLst>
          </p:cNvPr>
          <p:cNvSpPr/>
          <p:nvPr/>
        </p:nvSpPr>
        <p:spPr>
          <a:xfrm>
            <a:off x="6560457" y="3222171"/>
            <a:ext cx="449943" cy="3773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6</a:t>
            </a:r>
          </a:p>
        </p:txBody>
      </p:sp>
      <p:sp>
        <p:nvSpPr>
          <p:cNvPr id="19" name="Seta: para a Direita 18">
            <a:extLst>
              <a:ext uri="{FF2B5EF4-FFF2-40B4-BE49-F238E27FC236}">
                <a16:creationId xmlns:a16="http://schemas.microsoft.com/office/drawing/2014/main" id="{724AF669-2079-DD99-A82F-160026C058F8}"/>
              </a:ext>
            </a:extLst>
          </p:cNvPr>
          <p:cNvSpPr/>
          <p:nvPr/>
        </p:nvSpPr>
        <p:spPr>
          <a:xfrm>
            <a:off x="4557486" y="3599543"/>
            <a:ext cx="449943" cy="3773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7</a:t>
            </a:r>
          </a:p>
        </p:txBody>
      </p:sp>
      <p:sp>
        <p:nvSpPr>
          <p:cNvPr id="20" name="Seta: para a Direita 19">
            <a:extLst>
              <a:ext uri="{FF2B5EF4-FFF2-40B4-BE49-F238E27FC236}">
                <a16:creationId xmlns:a16="http://schemas.microsoft.com/office/drawing/2014/main" id="{83282DC0-E6DF-00AC-E756-0F485A081161}"/>
              </a:ext>
            </a:extLst>
          </p:cNvPr>
          <p:cNvSpPr/>
          <p:nvPr/>
        </p:nvSpPr>
        <p:spPr>
          <a:xfrm>
            <a:off x="4689652" y="3976915"/>
            <a:ext cx="449943" cy="3773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015851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52C96A9E-C7B6-096E-1BEF-06C5A392C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0163D478-F0F7-1C95-D894-C4AEDC78D780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9A6F63B-4D85-BF44-4E1B-B87ADB0B91EE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FECHAMENTO DE MOTORISTA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5D6A4C9-BFF9-C4CA-B2E9-E3B2EB10298B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IT-ADMLUFT-012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08E8123-1627-1FE3-BDCF-DFBE43A69B84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0EFB402-7AB4-7A83-A790-AB890E004FB9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8/9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74C29AD-5234-9049-CC86-852635AC1BB0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REV.:01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CABAEA2-B592-C857-720F-90572796E456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814A595-2138-CF0C-676B-E6E3AF3A2387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3D97F59-5AE0-FD94-77BE-FE2BEE06D653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5E6DEE5-FF36-0372-F565-A9D5263C835C}"/>
              </a:ext>
            </a:extLst>
          </p:cNvPr>
          <p:cNvSpPr/>
          <p:nvPr/>
        </p:nvSpPr>
        <p:spPr>
          <a:xfrm>
            <a:off x="-1" y="890546"/>
            <a:ext cx="12192001" cy="52922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AEB04F1-12D1-7132-5216-79111FD35C43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5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C50DBFB-5ABE-7EB2-F053-9DFAD2F90542}"/>
              </a:ext>
            </a:extLst>
          </p:cNvPr>
          <p:cNvSpPr txBox="1"/>
          <p:nvPr/>
        </p:nvSpPr>
        <p:spPr>
          <a:xfrm>
            <a:off x="579928" y="910396"/>
            <a:ext cx="4634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IMPRIMIR RELATORIO DE FECHAMENTO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7116841E-0459-7ED7-2722-108CE96C1388}"/>
              </a:ext>
            </a:extLst>
          </p:cNvPr>
          <p:cNvSpPr/>
          <p:nvPr/>
        </p:nvSpPr>
        <p:spPr>
          <a:xfrm>
            <a:off x="10181231" y="900752"/>
            <a:ext cx="1996628" cy="52820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Relatórios;</a:t>
            </a:r>
          </a:p>
          <a:p>
            <a:pPr marL="228600" indent="-2286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Financeiro;</a:t>
            </a:r>
          </a:p>
          <a:p>
            <a:pPr marL="228600" indent="-2286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Contas a Pagar;</a:t>
            </a:r>
          </a:p>
          <a:p>
            <a:pPr marL="228600" indent="-2286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Relatórios personalizados;</a:t>
            </a:r>
          </a:p>
          <a:p>
            <a:pPr marL="228600" indent="-2286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Modelo 2;</a:t>
            </a:r>
          </a:p>
          <a:p>
            <a:pPr marL="228600" indent="-2286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Por data de vencimento </a:t>
            </a:r>
          </a:p>
          <a:p>
            <a:pPr marL="228600" indent="-2286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Clica em Imprimir tipo PDF 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8. Imprime o documento 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8. Coloca os % assina e manda para Isabela</a:t>
            </a:r>
          </a:p>
          <a:p>
            <a:pPr marL="228600" indent="-2286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endParaRPr lang="pt-BR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D9D4C19-E368-84D9-033E-9771F03C40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42" y="1342676"/>
            <a:ext cx="3505201" cy="3749917"/>
          </a:xfrm>
          <a:prstGeom prst="rect">
            <a:avLst/>
          </a:prstGeom>
        </p:spPr>
      </p:pic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A739FE2F-12A5-61FF-D790-4ADE8CAB7F42}"/>
              </a:ext>
            </a:extLst>
          </p:cNvPr>
          <p:cNvSpPr/>
          <p:nvPr/>
        </p:nvSpPr>
        <p:spPr>
          <a:xfrm>
            <a:off x="159026" y="1429400"/>
            <a:ext cx="420902" cy="3891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</a:t>
            </a:r>
          </a:p>
        </p:txBody>
      </p:sp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C78DCBC9-A50A-BE18-C54F-8A26DF51141B}"/>
              </a:ext>
            </a:extLst>
          </p:cNvPr>
          <p:cNvSpPr/>
          <p:nvPr/>
        </p:nvSpPr>
        <p:spPr>
          <a:xfrm>
            <a:off x="159026" y="1961590"/>
            <a:ext cx="420902" cy="3891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</a:t>
            </a:r>
          </a:p>
        </p:txBody>
      </p:sp>
      <p:sp>
        <p:nvSpPr>
          <p:cNvPr id="18" name="Seta: para a Direita 17">
            <a:extLst>
              <a:ext uri="{FF2B5EF4-FFF2-40B4-BE49-F238E27FC236}">
                <a16:creationId xmlns:a16="http://schemas.microsoft.com/office/drawing/2014/main" id="{97777D24-84B2-635A-85F4-5A1625CC4947}"/>
              </a:ext>
            </a:extLst>
          </p:cNvPr>
          <p:cNvSpPr/>
          <p:nvPr/>
        </p:nvSpPr>
        <p:spPr>
          <a:xfrm>
            <a:off x="1470990" y="2722060"/>
            <a:ext cx="420902" cy="3891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</a:t>
            </a: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4E5D5C6E-20E3-3D02-9429-AB501D494E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1852" y="1461618"/>
            <a:ext cx="6097016" cy="1870113"/>
          </a:xfrm>
          <a:prstGeom prst="rect">
            <a:avLst/>
          </a:prstGeom>
        </p:spPr>
      </p:pic>
      <p:sp>
        <p:nvSpPr>
          <p:cNvPr id="21" name="Seta: para a Direita 20">
            <a:extLst>
              <a:ext uri="{FF2B5EF4-FFF2-40B4-BE49-F238E27FC236}">
                <a16:creationId xmlns:a16="http://schemas.microsoft.com/office/drawing/2014/main" id="{1DC3F005-663A-0561-49E7-015258419BD8}"/>
              </a:ext>
            </a:extLst>
          </p:cNvPr>
          <p:cNvSpPr/>
          <p:nvPr/>
        </p:nvSpPr>
        <p:spPr>
          <a:xfrm>
            <a:off x="6158512" y="1458599"/>
            <a:ext cx="420902" cy="3891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</a:t>
            </a:r>
          </a:p>
        </p:txBody>
      </p:sp>
      <p:sp>
        <p:nvSpPr>
          <p:cNvPr id="22" name="Seta: para a Direita 21">
            <a:extLst>
              <a:ext uri="{FF2B5EF4-FFF2-40B4-BE49-F238E27FC236}">
                <a16:creationId xmlns:a16="http://schemas.microsoft.com/office/drawing/2014/main" id="{9490A304-F3AC-2AD1-5ED6-302BE264ADD6}"/>
              </a:ext>
            </a:extLst>
          </p:cNvPr>
          <p:cNvSpPr/>
          <p:nvPr/>
        </p:nvSpPr>
        <p:spPr>
          <a:xfrm>
            <a:off x="3712193" y="1939024"/>
            <a:ext cx="420902" cy="3891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5</a:t>
            </a:r>
          </a:p>
        </p:txBody>
      </p:sp>
      <p:sp>
        <p:nvSpPr>
          <p:cNvPr id="24" name="Seta: para a Direita 23">
            <a:extLst>
              <a:ext uri="{FF2B5EF4-FFF2-40B4-BE49-F238E27FC236}">
                <a16:creationId xmlns:a16="http://schemas.microsoft.com/office/drawing/2014/main" id="{36019BB8-6630-9EA9-A51C-788DE1AF1869}"/>
              </a:ext>
            </a:extLst>
          </p:cNvPr>
          <p:cNvSpPr/>
          <p:nvPr/>
        </p:nvSpPr>
        <p:spPr>
          <a:xfrm>
            <a:off x="4669713" y="2834181"/>
            <a:ext cx="420902" cy="3891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6</a:t>
            </a:r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203C9CC8-E58B-5C0A-767F-ED14367A29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6807" y="3390267"/>
            <a:ext cx="5865787" cy="2824009"/>
          </a:xfrm>
          <a:prstGeom prst="rect">
            <a:avLst/>
          </a:prstGeom>
        </p:spPr>
      </p:pic>
      <p:sp>
        <p:nvSpPr>
          <p:cNvPr id="30" name="Seta: para a Direita 29">
            <a:extLst>
              <a:ext uri="{FF2B5EF4-FFF2-40B4-BE49-F238E27FC236}">
                <a16:creationId xmlns:a16="http://schemas.microsoft.com/office/drawing/2014/main" id="{120972A5-B4F3-00E1-1594-735B40EC0454}"/>
              </a:ext>
            </a:extLst>
          </p:cNvPr>
          <p:cNvSpPr/>
          <p:nvPr/>
        </p:nvSpPr>
        <p:spPr>
          <a:xfrm>
            <a:off x="5643107" y="5814472"/>
            <a:ext cx="420902" cy="3891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7</a:t>
            </a:r>
          </a:p>
        </p:txBody>
      </p:sp>
      <p:pic>
        <p:nvPicPr>
          <p:cNvPr id="32" name="Imagem 31">
            <a:extLst>
              <a:ext uri="{FF2B5EF4-FFF2-40B4-BE49-F238E27FC236}">
                <a16:creationId xmlns:a16="http://schemas.microsoft.com/office/drawing/2014/main" id="{0519CEA9-6545-6A30-C2C2-5BB0C2AE59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32" y="4226035"/>
            <a:ext cx="3966542" cy="1870113"/>
          </a:xfrm>
          <a:prstGeom prst="rect">
            <a:avLst/>
          </a:prstGeom>
        </p:spPr>
      </p:pic>
      <p:sp>
        <p:nvSpPr>
          <p:cNvPr id="33" name="Seta: para a Direita 32">
            <a:extLst>
              <a:ext uri="{FF2B5EF4-FFF2-40B4-BE49-F238E27FC236}">
                <a16:creationId xmlns:a16="http://schemas.microsoft.com/office/drawing/2014/main" id="{D5F33895-6E31-B4F2-4CE7-9142D40F31C9}"/>
              </a:ext>
            </a:extLst>
          </p:cNvPr>
          <p:cNvSpPr/>
          <p:nvPr/>
        </p:nvSpPr>
        <p:spPr>
          <a:xfrm>
            <a:off x="569842" y="4260023"/>
            <a:ext cx="692374" cy="4096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5927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D7D4F-C827-8BDC-FC69-082C494FD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BF0E59DF-CF88-7642-B71E-E7CFCFC644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70990" cy="8905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3EAD1EE5-370E-F101-5E05-F39927D2DA17}"/>
              </a:ext>
            </a:extLst>
          </p:cNvPr>
          <p:cNvSpPr/>
          <p:nvPr/>
        </p:nvSpPr>
        <p:spPr>
          <a:xfrm>
            <a:off x="1470990" y="0"/>
            <a:ext cx="7474229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SISTEMA DE GESTÃO INTEGRADA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54FC822-38F0-78CA-AEFB-231D4068C67B}"/>
              </a:ext>
            </a:extLst>
          </p:cNvPr>
          <p:cNvSpPr/>
          <p:nvPr/>
        </p:nvSpPr>
        <p:spPr>
          <a:xfrm>
            <a:off x="1470990" y="351692"/>
            <a:ext cx="7474229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INSTRUÇÃO DE TRABALHO: FECHAMENTO DE MOTORISTA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265CB56-BA0F-D8C4-3601-6ABE5C303A60}"/>
              </a:ext>
            </a:extLst>
          </p:cNvPr>
          <p:cNvSpPr/>
          <p:nvPr/>
        </p:nvSpPr>
        <p:spPr>
          <a:xfrm>
            <a:off x="8945219" y="351692"/>
            <a:ext cx="2345633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IT-ADMLUFT-011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A72B713-1ECF-19B2-1AFA-7A8C23579F57}"/>
              </a:ext>
            </a:extLst>
          </p:cNvPr>
          <p:cNvSpPr/>
          <p:nvPr/>
        </p:nvSpPr>
        <p:spPr>
          <a:xfrm>
            <a:off x="8945219" y="0"/>
            <a:ext cx="1563755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/>
              <a:t>Data: 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F0B1C36-F137-2C4C-A883-C3F782EB4C2C}"/>
              </a:ext>
            </a:extLst>
          </p:cNvPr>
          <p:cNvSpPr/>
          <p:nvPr/>
        </p:nvSpPr>
        <p:spPr>
          <a:xfrm>
            <a:off x="10508974" y="0"/>
            <a:ext cx="1683026" cy="35169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Página: 9/9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B7F0F457-6E3A-1E60-A3F1-29E4B4EF1E81}"/>
              </a:ext>
            </a:extLst>
          </p:cNvPr>
          <p:cNvSpPr/>
          <p:nvPr/>
        </p:nvSpPr>
        <p:spPr>
          <a:xfrm>
            <a:off x="11290852" y="351692"/>
            <a:ext cx="901148" cy="5388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REV.:01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3A6DF8D6-1F4C-4507-DD6A-F5DC1B3F3683}"/>
              </a:ext>
            </a:extLst>
          </p:cNvPr>
          <p:cNvSpPr/>
          <p:nvPr/>
        </p:nvSpPr>
        <p:spPr>
          <a:xfrm>
            <a:off x="0" y="6182802"/>
            <a:ext cx="4187687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Elaborado por: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853EF64-B072-604D-EA4A-41B1068B7A9F}"/>
              </a:ext>
            </a:extLst>
          </p:cNvPr>
          <p:cNvSpPr/>
          <p:nvPr/>
        </p:nvSpPr>
        <p:spPr>
          <a:xfrm>
            <a:off x="4187687" y="6182802"/>
            <a:ext cx="381662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Analisado por: 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38F6DE27-3A3B-2B0F-AE01-783AE617A6F3}"/>
              </a:ext>
            </a:extLst>
          </p:cNvPr>
          <p:cNvSpPr/>
          <p:nvPr/>
        </p:nvSpPr>
        <p:spPr>
          <a:xfrm>
            <a:off x="8004313" y="6182802"/>
            <a:ext cx="4173546" cy="6751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600" dirty="0"/>
              <a:t>Aprovado por: 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17E8CF1-215A-8401-A837-C8D3204A3442}"/>
              </a:ext>
            </a:extLst>
          </p:cNvPr>
          <p:cNvSpPr/>
          <p:nvPr/>
        </p:nvSpPr>
        <p:spPr>
          <a:xfrm>
            <a:off x="-1" y="890546"/>
            <a:ext cx="12192001" cy="52922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EE8A1178-3901-E880-F0F6-CFFB314AAA6C}"/>
              </a:ext>
            </a:extLst>
          </p:cNvPr>
          <p:cNvSpPr/>
          <p:nvPr/>
        </p:nvSpPr>
        <p:spPr>
          <a:xfrm>
            <a:off x="0" y="890546"/>
            <a:ext cx="569842" cy="2968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6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4D93792B-69DC-E771-B2E0-FB7DD217F7DE}"/>
              </a:ext>
            </a:extLst>
          </p:cNvPr>
          <p:cNvSpPr txBox="1"/>
          <p:nvPr/>
        </p:nvSpPr>
        <p:spPr>
          <a:xfrm>
            <a:off x="579928" y="910396"/>
            <a:ext cx="7424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SERVIÇO SPOT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0090F0AF-72B8-900E-A294-145F79EE3B13}"/>
              </a:ext>
            </a:extLst>
          </p:cNvPr>
          <p:cNvSpPr/>
          <p:nvPr/>
        </p:nvSpPr>
        <p:spPr>
          <a:xfrm>
            <a:off x="10181231" y="900752"/>
            <a:ext cx="1996628" cy="52820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PAGA – SE NA MESMA SEMANA</a:t>
            </a:r>
          </a:p>
          <a:p>
            <a:pPr marL="228600" indent="-2286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FAZ UM DOCUMENTO DE APROVAÇÃO PARA JOAQUIM JUNTO COM CTE + CONTRATO + COMPROVANTE DE DESCARGA</a:t>
            </a:r>
          </a:p>
          <a:p>
            <a:pPr marL="228600" indent="-2286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endParaRPr lang="pt-BR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indent="-2286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endParaRPr lang="pt-BR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indent="-2286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endParaRPr lang="pt-BR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indent="-2286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endParaRPr lang="pt-BR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indent="-2286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endParaRPr lang="pt-BR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indent="-2286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endParaRPr lang="pt-BR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indent="-228600" algn="just">
              <a:lnSpc>
                <a:spcPct val="115000"/>
              </a:lnSpc>
              <a:spcAft>
                <a:spcPts val="1000"/>
              </a:spcAft>
              <a:buAutoNum type="arabicPeriod"/>
            </a:pPr>
            <a:endParaRPr lang="pt-BR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9DDAEA8-47A4-5C67-BDFF-2E57372EF0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2651" y="1520966"/>
            <a:ext cx="3590925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5706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f17fce2-2bce-47d9-967a-ecfc96fbdd1f" xsi:nil="true"/>
    <lcf76f155ced4ddcb4097134ff3c332f xmlns="85de1a13-73a4-4b99-ac2b-bff0a0f3fab1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FDB180FCD2F494186C557735057AF7F" ma:contentTypeVersion="14" ma:contentTypeDescription="Crie um novo documento." ma:contentTypeScope="" ma:versionID="61f9bbab5f3441a6131a45eadad2617d">
  <xsd:schema xmlns:xsd="http://www.w3.org/2001/XMLSchema" xmlns:xs="http://www.w3.org/2001/XMLSchema" xmlns:p="http://schemas.microsoft.com/office/2006/metadata/properties" xmlns:ns2="85de1a13-73a4-4b99-ac2b-bff0a0f3fab1" xmlns:ns3="3f17fce2-2bce-47d9-967a-ecfc96fbdd1f" targetNamespace="http://schemas.microsoft.com/office/2006/metadata/properties" ma:root="true" ma:fieldsID="985524f2bf1cb80cd1ec623e0679b044" ns2:_="" ns3:_="">
    <xsd:import namespace="85de1a13-73a4-4b99-ac2b-bff0a0f3fab1"/>
    <xsd:import namespace="3f17fce2-2bce-47d9-967a-ecfc96fbdd1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de1a13-73a4-4b99-ac2b-bff0a0f3fa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Marcações de imagem" ma:readOnly="false" ma:fieldId="{5cf76f15-5ced-4ddc-b409-7134ff3c332f}" ma:taxonomyMulti="true" ma:sspId="9730f6f2-2892-4af4-8f63-8ef6972b1a0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8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17fce2-2bce-47d9-967a-ecfc96fbdd1f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a23cfd61-1b5f-4f26-94ba-aca482fc542e}" ma:internalName="TaxCatchAll" ma:showField="CatchAllData" ma:web="3f17fce2-2bce-47d9-967a-ecfc96fbdd1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BD8EC85-3254-443A-B171-776483D8C5FC}">
  <ds:schemaRefs>
    <ds:schemaRef ds:uri="http://schemas.microsoft.com/office/2006/metadata/properties"/>
    <ds:schemaRef ds:uri="http://schemas.microsoft.com/office/infopath/2007/PartnerControls"/>
    <ds:schemaRef ds:uri="3f17fce2-2bce-47d9-967a-ecfc96fbdd1f"/>
    <ds:schemaRef ds:uri="85de1a13-73a4-4b99-ac2b-bff0a0f3fab1"/>
  </ds:schemaRefs>
</ds:datastoreItem>
</file>

<file path=customXml/itemProps2.xml><?xml version="1.0" encoding="utf-8"?>
<ds:datastoreItem xmlns:ds="http://schemas.openxmlformats.org/officeDocument/2006/customXml" ds:itemID="{B8764BAB-E209-4A85-B781-E41EAD6CDB5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de1a13-73a4-4b99-ac2b-bff0a0f3fab1"/>
    <ds:schemaRef ds:uri="3f17fce2-2bce-47d9-967a-ecfc96fbdd1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D58208B-88D5-4602-980A-6F8325641EE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673</Words>
  <Application>Microsoft Office PowerPoint</Application>
  <PresentationFormat>Widescreen</PresentationFormat>
  <Paragraphs>190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Ti atoslog</dc:creator>
  <cp:lastModifiedBy>Cristiany Kelly Miranda da Costa Correa</cp:lastModifiedBy>
  <cp:revision>24</cp:revision>
  <dcterms:created xsi:type="dcterms:W3CDTF">2023-01-25T18:17:22Z</dcterms:created>
  <dcterms:modified xsi:type="dcterms:W3CDTF">2025-06-06T18:22:49Z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0x0101008FDB180FCD2F494186C557735057AF7F</vt:lpwstr>
  </property>
  <property fmtid="{D5CDD505-2E9C-101B-9397-08002B2CF9AE}" pid="3" name="Order">
    <vt:r8>69354800</vt:r8>
  </property>
  <property fmtid="{D5CDD505-2E9C-101B-9397-08002B2CF9AE}" pid="4" name="MediaServiceImageTags">
    <vt:lpwstr/>
  </property>
</Properties>
</file>