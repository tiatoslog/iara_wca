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3" r:id="rId5"/>
    <p:sldId id="279" r:id="rId6"/>
    <p:sldId id="280" r:id="rId7"/>
    <p:sldId id="274" r:id="rId8"/>
    <p:sldId id="275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3CF303-BFD9-4B07-A761-87B037305488}" v="3" dt="2025-05-20T19:02:27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293CF303-BFD9-4B07-A761-87B037305488}"/>
    <pc:docChg chg="undo custSel addSld delSld modSld sldOrd">
      <pc:chgData name="Cristiany Kelly Miranda da Costa Correa" userId="3132fc47-1712-48bc-8364-dd56cd431e4c" providerId="ADAL" clId="{293CF303-BFD9-4B07-A761-87B037305488}" dt="2025-05-20T19:05:21.103" v="1034" actId="20577"/>
      <pc:docMkLst>
        <pc:docMk/>
      </pc:docMkLst>
      <pc:sldChg chg="del ord">
        <pc:chgData name="Cristiany Kelly Miranda da Costa Correa" userId="3132fc47-1712-48bc-8364-dd56cd431e4c" providerId="ADAL" clId="{293CF303-BFD9-4B07-A761-87B037305488}" dt="2025-05-20T19:01:50.518" v="841" actId="47"/>
        <pc:sldMkLst>
          <pc:docMk/>
          <pc:sldMk cId="3043632590" sldId="272"/>
        </pc:sldMkLst>
      </pc:sldChg>
      <pc:sldChg chg="delSp modSp mod">
        <pc:chgData name="Cristiany Kelly Miranda da Costa Correa" userId="3132fc47-1712-48bc-8364-dd56cd431e4c" providerId="ADAL" clId="{293CF303-BFD9-4B07-A761-87B037305488}" dt="2025-05-20T19:03:52.330" v="992" actId="20577"/>
        <pc:sldMkLst>
          <pc:docMk/>
          <pc:sldMk cId="1913275308" sldId="273"/>
        </pc:sldMkLst>
        <pc:spChg chg="mod">
          <ac:chgData name="Cristiany Kelly Miranda da Costa Correa" userId="3132fc47-1712-48bc-8364-dd56cd431e4c" providerId="ADAL" clId="{293CF303-BFD9-4B07-A761-87B037305488}" dt="2025-05-20T19:03:49.658" v="990" actId="20577"/>
          <ac:spMkLst>
            <pc:docMk/>
            <pc:sldMk cId="1913275308" sldId="273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293CF303-BFD9-4B07-A761-87B037305488}" dt="2025-05-20T19:03:45.526" v="988" actId="20577"/>
          <ac:spMkLst>
            <pc:docMk/>
            <pc:sldMk cId="1913275308" sldId="273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293CF303-BFD9-4B07-A761-87B037305488}" dt="2025-05-20T19:03:52.330" v="992" actId="20577"/>
          <ac:spMkLst>
            <pc:docMk/>
            <pc:sldMk cId="1913275308" sldId="273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293CF303-BFD9-4B07-A761-87B037305488}" dt="2025-05-20T18:50:08.136" v="79" actId="20577"/>
          <ac:spMkLst>
            <pc:docMk/>
            <pc:sldMk cId="1913275308" sldId="273"/>
            <ac:spMk id="26" creationId="{7116841E-0459-7ED7-2722-108CE96C1388}"/>
          </ac:spMkLst>
        </pc:spChg>
        <pc:spChg chg="mod">
          <ac:chgData name="Cristiany Kelly Miranda da Costa Correa" userId="3132fc47-1712-48bc-8364-dd56cd431e4c" providerId="ADAL" clId="{293CF303-BFD9-4B07-A761-87B037305488}" dt="2025-05-20T18:50:00.064" v="67" actId="1076"/>
          <ac:spMkLst>
            <pc:docMk/>
            <pc:sldMk cId="1913275308" sldId="273"/>
            <ac:spMk id="28" creationId="{12B20CD6-DC66-9056-BB23-E9BB41E6B35A}"/>
          </ac:spMkLst>
        </pc:spChg>
        <pc:spChg chg="del">
          <ac:chgData name="Cristiany Kelly Miranda da Costa Correa" userId="3132fc47-1712-48bc-8364-dd56cd431e4c" providerId="ADAL" clId="{293CF303-BFD9-4B07-A761-87B037305488}" dt="2025-05-20T18:49:55.497" v="66" actId="478"/>
          <ac:spMkLst>
            <pc:docMk/>
            <pc:sldMk cId="1913275308" sldId="273"/>
            <ac:spMk id="29" creationId="{BACD0592-1A43-5460-272D-1364F6D6A178}"/>
          </ac:spMkLst>
        </pc:spChg>
      </pc:sldChg>
      <pc:sldChg chg="addSp delSp modSp mod ord">
        <pc:chgData name="Cristiany Kelly Miranda da Costa Correa" userId="3132fc47-1712-48bc-8364-dd56cd431e4c" providerId="ADAL" clId="{293CF303-BFD9-4B07-A761-87B037305488}" dt="2025-05-20T19:04:22.603" v="1002" actId="20577"/>
        <pc:sldMkLst>
          <pc:docMk/>
          <pc:sldMk cId="595348026" sldId="274"/>
        </pc:sldMkLst>
        <pc:spChg chg="add del">
          <ac:chgData name="Cristiany Kelly Miranda da Costa Correa" userId="3132fc47-1712-48bc-8364-dd56cd431e4c" providerId="ADAL" clId="{293CF303-BFD9-4B07-A761-87B037305488}" dt="2025-05-20T18:52:11.319" v="86" actId="478"/>
          <ac:spMkLst>
            <pc:docMk/>
            <pc:sldMk cId="595348026" sldId="274"/>
            <ac:spMk id="4" creationId="{9162AD95-4EE4-E321-DCD5-F70CD28CC2FD}"/>
          </ac:spMkLst>
        </pc:spChg>
        <pc:spChg chg="add del">
          <ac:chgData name="Cristiany Kelly Miranda da Costa Correa" userId="3132fc47-1712-48bc-8364-dd56cd431e4c" providerId="ADAL" clId="{293CF303-BFD9-4B07-A761-87B037305488}" dt="2025-05-20T18:52:09.907" v="85" actId="478"/>
          <ac:spMkLst>
            <pc:docMk/>
            <pc:sldMk cId="595348026" sldId="274"/>
            <ac:spMk id="5" creationId="{96F77909-D124-0BAB-1DEB-A407CE99F4CB}"/>
          </ac:spMkLst>
        </pc:spChg>
        <pc:spChg chg="mod">
          <ac:chgData name="Cristiany Kelly Miranda da Costa Correa" userId="3132fc47-1712-48bc-8364-dd56cd431e4c" providerId="ADAL" clId="{293CF303-BFD9-4B07-A761-87B037305488}" dt="2025-05-20T19:04:05.469" v="998" actId="20577"/>
          <ac:spMkLst>
            <pc:docMk/>
            <pc:sldMk cId="595348026" sldId="274"/>
            <ac:spMk id="9" creationId="{C5D6A4C9-BFF9-C4CA-B2E9-E3B2EB10298B}"/>
          </ac:spMkLst>
        </pc:spChg>
        <pc:spChg chg="mod">
          <ac:chgData name="Cristiany Kelly Miranda da Costa Correa" userId="3132fc47-1712-48bc-8364-dd56cd431e4c" providerId="ADAL" clId="{293CF303-BFD9-4B07-A761-87B037305488}" dt="2025-05-20T19:04:22.603" v="1002" actId="20577"/>
          <ac:spMkLst>
            <pc:docMk/>
            <pc:sldMk cId="595348026" sldId="274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293CF303-BFD9-4B07-A761-87B037305488}" dt="2025-05-20T19:04:08.853" v="1000" actId="20577"/>
          <ac:spMkLst>
            <pc:docMk/>
            <pc:sldMk cId="595348026" sldId="274"/>
            <ac:spMk id="12" creationId="{874C29AD-5234-9049-CC86-852635AC1BB0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3:22.323" v="101" actId="20577"/>
          <ac:spMkLst>
            <pc:docMk/>
            <pc:sldMk cId="595348026" sldId="274"/>
            <ac:spMk id="17" creationId="{B48DF2D7-CE9A-4C45-7F65-0B8AEB9BE939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3:25.822" v="103" actId="20577"/>
          <ac:spMkLst>
            <pc:docMk/>
            <pc:sldMk cId="595348026" sldId="274"/>
            <ac:spMk id="18" creationId="{423377A5-233D-B656-CD6E-1C2E8D9F11F5}"/>
          </ac:spMkLst>
        </pc:spChg>
        <pc:spChg chg="mod">
          <ac:chgData name="Cristiany Kelly Miranda da Costa Correa" userId="3132fc47-1712-48bc-8364-dd56cd431e4c" providerId="ADAL" clId="{293CF303-BFD9-4B07-A761-87B037305488}" dt="2025-05-20T18:53:52.750" v="192" actId="20577"/>
          <ac:spMkLst>
            <pc:docMk/>
            <pc:sldMk cId="595348026" sldId="274"/>
            <ac:spMk id="26" creationId="{7116841E-0459-7ED7-2722-108CE96C1388}"/>
          </ac:spMkLst>
        </pc:spChg>
        <pc:spChg chg="mod">
          <ac:chgData name="Cristiany Kelly Miranda da Costa Correa" userId="3132fc47-1712-48bc-8364-dd56cd431e4c" providerId="ADAL" clId="{293CF303-BFD9-4B07-A761-87B037305488}" dt="2025-05-20T18:52:27.870" v="90" actId="20577"/>
          <ac:spMkLst>
            <pc:docMk/>
            <pc:sldMk cId="595348026" sldId="274"/>
            <ac:spMk id="28" creationId="{E532A460-9815-BC39-E721-401935924CB0}"/>
          </ac:spMkLst>
        </pc:spChg>
        <pc:picChg chg="add del mod">
          <ac:chgData name="Cristiany Kelly Miranda da Costa Correa" userId="3132fc47-1712-48bc-8364-dd56cd431e4c" providerId="ADAL" clId="{293CF303-BFD9-4B07-A761-87B037305488}" dt="2025-05-20T18:52:07.659" v="83" actId="478"/>
          <ac:picMkLst>
            <pc:docMk/>
            <pc:sldMk cId="595348026" sldId="274"/>
            <ac:picMk id="3" creationId="{623F6DD0-34C2-5D0A-C2B6-7F09D0C53DCC}"/>
          </ac:picMkLst>
        </pc:picChg>
        <pc:picChg chg="add mod">
          <ac:chgData name="Cristiany Kelly Miranda da Costa Correa" userId="3132fc47-1712-48bc-8364-dd56cd431e4c" providerId="ADAL" clId="{293CF303-BFD9-4B07-A761-87B037305488}" dt="2025-05-20T18:52:49.944" v="93" actId="14100"/>
          <ac:picMkLst>
            <pc:docMk/>
            <pc:sldMk cId="595348026" sldId="274"/>
            <ac:picMk id="14" creationId="{CED34F4C-CC03-2A9D-B1FA-DB0DCC789F45}"/>
          </ac:picMkLst>
        </pc:picChg>
      </pc:sldChg>
      <pc:sldChg chg="addSp delSp modSp add mod">
        <pc:chgData name="Cristiany Kelly Miranda da Costa Correa" userId="3132fc47-1712-48bc-8364-dd56cd431e4c" providerId="ADAL" clId="{293CF303-BFD9-4B07-A761-87B037305488}" dt="2025-05-20T19:04:37.944" v="1010" actId="20577"/>
        <pc:sldMkLst>
          <pc:docMk/>
          <pc:sldMk cId="832553854" sldId="275"/>
        </pc:sldMkLst>
        <pc:spChg chg="add mod">
          <ac:chgData name="Cristiany Kelly Miranda da Costa Correa" userId="3132fc47-1712-48bc-8364-dd56cd431e4c" providerId="ADAL" clId="{293CF303-BFD9-4B07-A761-87B037305488}" dt="2025-05-20T18:54:57.495" v="205" actId="20577"/>
          <ac:spMkLst>
            <pc:docMk/>
            <pc:sldMk cId="832553854" sldId="275"/>
            <ac:spMk id="4" creationId="{7F9B6718-DFBC-EF02-0413-DAB51D108A90}"/>
          </ac:spMkLst>
        </pc:spChg>
        <pc:spChg chg="mod">
          <ac:chgData name="Cristiany Kelly Miranda da Costa Correa" userId="3132fc47-1712-48bc-8364-dd56cd431e4c" providerId="ADAL" clId="{293CF303-BFD9-4B07-A761-87B037305488}" dt="2025-05-20T19:04:34.481" v="1008" actId="20577"/>
          <ac:spMkLst>
            <pc:docMk/>
            <pc:sldMk cId="832553854" sldId="275"/>
            <ac:spMk id="9" creationId="{8D87A402-E1E6-0DFD-9E01-ECDC4B2D453F}"/>
          </ac:spMkLst>
        </pc:spChg>
        <pc:spChg chg="mod">
          <ac:chgData name="Cristiany Kelly Miranda da Costa Correa" userId="3132fc47-1712-48bc-8364-dd56cd431e4c" providerId="ADAL" clId="{293CF303-BFD9-4B07-A761-87B037305488}" dt="2025-05-20T19:04:30.754" v="1006" actId="20577"/>
          <ac:spMkLst>
            <pc:docMk/>
            <pc:sldMk cId="832553854" sldId="275"/>
            <ac:spMk id="11" creationId="{4F782423-DA6D-F210-75F5-694957F2E570}"/>
          </ac:spMkLst>
        </pc:spChg>
        <pc:spChg chg="mod">
          <ac:chgData name="Cristiany Kelly Miranda da Costa Correa" userId="3132fc47-1712-48bc-8364-dd56cd431e4c" providerId="ADAL" clId="{293CF303-BFD9-4B07-A761-87B037305488}" dt="2025-05-20T19:04:37.944" v="1010" actId="20577"/>
          <ac:spMkLst>
            <pc:docMk/>
            <pc:sldMk cId="832553854" sldId="275"/>
            <ac:spMk id="12" creationId="{C633AAB6-B8CD-CB00-BE7C-1B2382D2A549}"/>
          </ac:spMkLst>
        </pc:spChg>
        <pc:spChg chg="del">
          <ac:chgData name="Cristiany Kelly Miranda da Costa Correa" userId="3132fc47-1712-48bc-8364-dd56cd431e4c" providerId="ADAL" clId="{293CF303-BFD9-4B07-A761-87B037305488}" dt="2025-05-20T18:54:01.695" v="196" actId="478"/>
          <ac:spMkLst>
            <pc:docMk/>
            <pc:sldMk cId="832553854" sldId="275"/>
            <ac:spMk id="17" creationId="{49DB8773-5625-0903-5A08-9582C0D4700E}"/>
          </ac:spMkLst>
        </pc:spChg>
        <pc:spChg chg="del">
          <ac:chgData name="Cristiany Kelly Miranda da Costa Correa" userId="3132fc47-1712-48bc-8364-dd56cd431e4c" providerId="ADAL" clId="{293CF303-BFD9-4B07-A761-87B037305488}" dt="2025-05-20T18:54:02.443" v="197" actId="478"/>
          <ac:spMkLst>
            <pc:docMk/>
            <pc:sldMk cId="832553854" sldId="275"/>
            <ac:spMk id="18" creationId="{E99E3CF5-6AF8-D654-C34B-16CE0CC14CF9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5:18.292" v="208" actId="1076"/>
          <ac:spMkLst>
            <pc:docMk/>
            <pc:sldMk cId="832553854" sldId="275"/>
            <ac:spMk id="20" creationId="{246098FD-3F44-4ED5-27E0-AE0568E3F21A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5:24.157" v="210" actId="20577"/>
          <ac:spMkLst>
            <pc:docMk/>
            <pc:sldMk cId="832553854" sldId="275"/>
            <ac:spMk id="21" creationId="{EDA54C70-A044-31BC-8B70-7347D8F58250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5:34.677" v="213" actId="207"/>
          <ac:spMkLst>
            <pc:docMk/>
            <pc:sldMk cId="832553854" sldId="275"/>
            <ac:spMk id="22" creationId="{61158D07-92F2-6668-B7CA-5DDBA0BF2A25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7:35.394" v="447" actId="20577"/>
          <ac:spMkLst>
            <pc:docMk/>
            <pc:sldMk cId="832553854" sldId="275"/>
            <ac:spMk id="24" creationId="{80A91D7B-59AE-7871-63E9-D5C61B860E35}"/>
          </ac:spMkLst>
        </pc:spChg>
        <pc:spChg chg="mod">
          <ac:chgData name="Cristiany Kelly Miranda da Costa Correa" userId="3132fc47-1712-48bc-8364-dd56cd431e4c" providerId="ADAL" clId="{293CF303-BFD9-4B07-A761-87B037305488}" dt="2025-05-20T18:57:10.105" v="442" actId="255"/>
          <ac:spMkLst>
            <pc:docMk/>
            <pc:sldMk cId="832553854" sldId="275"/>
            <ac:spMk id="26" creationId="{384BAC45-7109-26ED-9413-894B1A822CBD}"/>
          </ac:spMkLst>
        </pc:spChg>
        <pc:picChg chg="add mod">
          <ac:chgData name="Cristiany Kelly Miranda da Costa Correa" userId="3132fc47-1712-48bc-8364-dd56cd431e4c" providerId="ADAL" clId="{293CF303-BFD9-4B07-A761-87B037305488}" dt="2025-05-20T18:54:48.011" v="201" actId="1076"/>
          <ac:picMkLst>
            <pc:docMk/>
            <pc:sldMk cId="832553854" sldId="275"/>
            <ac:picMk id="3" creationId="{E375AD07-4AC3-64BB-C039-DE6A5D0DB930}"/>
          </ac:picMkLst>
        </pc:picChg>
        <pc:picChg chg="del">
          <ac:chgData name="Cristiany Kelly Miranda da Costa Correa" userId="3132fc47-1712-48bc-8364-dd56cd431e4c" providerId="ADAL" clId="{293CF303-BFD9-4B07-A761-87B037305488}" dt="2025-05-20T18:54:00.980" v="195" actId="478"/>
          <ac:picMkLst>
            <pc:docMk/>
            <pc:sldMk cId="832553854" sldId="275"/>
            <ac:picMk id="14" creationId="{AEFD6D7E-B402-5BAB-EA9F-D7DD19FB30E8}"/>
          </ac:picMkLst>
        </pc:picChg>
        <pc:picChg chg="add mod">
          <ac:chgData name="Cristiany Kelly Miranda da Costa Correa" userId="3132fc47-1712-48bc-8364-dd56cd431e4c" providerId="ADAL" clId="{293CF303-BFD9-4B07-A761-87B037305488}" dt="2025-05-20T18:57:26.971" v="444" actId="1076"/>
          <ac:picMkLst>
            <pc:docMk/>
            <pc:sldMk cId="832553854" sldId="275"/>
            <ac:picMk id="23" creationId="{D6FADD5C-0A6D-0C16-4D91-3C171DE5D42D}"/>
          </ac:picMkLst>
        </pc:picChg>
      </pc:sldChg>
      <pc:sldChg chg="add del">
        <pc:chgData name="Cristiany Kelly Miranda da Costa Correa" userId="3132fc47-1712-48bc-8364-dd56cd431e4c" providerId="ADAL" clId="{293CF303-BFD9-4B07-A761-87B037305488}" dt="2025-05-20T18:53:57.078" v="193" actId="47"/>
        <pc:sldMkLst>
          <pc:docMk/>
          <pc:sldMk cId="933218056" sldId="275"/>
        </pc:sldMkLst>
      </pc:sldChg>
      <pc:sldChg chg="addSp delSp modSp add mod">
        <pc:chgData name="Cristiany Kelly Miranda da Costa Correa" userId="3132fc47-1712-48bc-8364-dd56cd431e4c" providerId="ADAL" clId="{293CF303-BFD9-4B07-A761-87B037305488}" dt="2025-05-20T19:04:51.961" v="1018" actId="20577"/>
        <pc:sldMkLst>
          <pc:docMk/>
          <pc:sldMk cId="4147831943" sldId="276"/>
        </pc:sldMkLst>
        <pc:spChg chg="del">
          <ac:chgData name="Cristiany Kelly Miranda da Costa Correa" userId="3132fc47-1712-48bc-8364-dd56cd431e4c" providerId="ADAL" clId="{293CF303-BFD9-4B07-A761-87B037305488}" dt="2025-05-20T18:57:51.586" v="455" actId="478"/>
          <ac:spMkLst>
            <pc:docMk/>
            <pc:sldMk cId="4147831943" sldId="276"/>
            <ac:spMk id="4" creationId="{57A35AA0-E974-5276-7D1B-F97468B8B612}"/>
          </ac:spMkLst>
        </pc:spChg>
        <pc:spChg chg="mod">
          <ac:chgData name="Cristiany Kelly Miranda da Costa Correa" userId="3132fc47-1712-48bc-8364-dd56cd431e4c" providerId="ADAL" clId="{293CF303-BFD9-4B07-A761-87B037305488}" dt="2025-05-20T19:04:48.854" v="1016" actId="20577"/>
          <ac:spMkLst>
            <pc:docMk/>
            <pc:sldMk cId="4147831943" sldId="276"/>
            <ac:spMk id="9" creationId="{F460E659-DF5C-B5E5-9837-126436BC6DCE}"/>
          </ac:spMkLst>
        </pc:spChg>
        <pc:spChg chg="mod">
          <ac:chgData name="Cristiany Kelly Miranda da Costa Correa" userId="3132fc47-1712-48bc-8364-dd56cd431e4c" providerId="ADAL" clId="{293CF303-BFD9-4B07-A761-87B037305488}" dt="2025-05-20T19:04:45.870" v="1014" actId="20577"/>
          <ac:spMkLst>
            <pc:docMk/>
            <pc:sldMk cId="4147831943" sldId="276"/>
            <ac:spMk id="11" creationId="{3AB7A1D0-85B1-5929-C21B-1153D62A1C3B}"/>
          </ac:spMkLst>
        </pc:spChg>
        <pc:spChg chg="mod">
          <ac:chgData name="Cristiany Kelly Miranda da Costa Correa" userId="3132fc47-1712-48bc-8364-dd56cd431e4c" providerId="ADAL" clId="{293CF303-BFD9-4B07-A761-87B037305488}" dt="2025-05-20T19:04:51.961" v="1018" actId="20577"/>
          <ac:spMkLst>
            <pc:docMk/>
            <pc:sldMk cId="4147831943" sldId="276"/>
            <ac:spMk id="12" creationId="{FD6BDD40-E950-5BE3-8263-46FE923E2496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8:32.350" v="461" actId="20577"/>
          <ac:spMkLst>
            <pc:docMk/>
            <pc:sldMk cId="4147831943" sldId="276"/>
            <ac:spMk id="17" creationId="{9F5ED40D-01AE-BE35-62C0-65559C20C869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8:39.926" v="463" actId="20577"/>
          <ac:spMkLst>
            <pc:docMk/>
            <pc:sldMk cId="4147831943" sldId="276"/>
            <ac:spMk id="18" creationId="{880976FE-400D-1024-7374-3DDFEDF2884F}"/>
          </ac:spMkLst>
        </pc:spChg>
        <pc:spChg chg="del">
          <ac:chgData name="Cristiany Kelly Miranda da Costa Correa" userId="3132fc47-1712-48bc-8364-dd56cd431e4c" providerId="ADAL" clId="{293CF303-BFD9-4B07-A761-87B037305488}" dt="2025-05-20T18:57:48.134" v="452" actId="478"/>
          <ac:spMkLst>
            <pc:docMk/>
            <pc:sldMk cId="4147831943" sldId="276"/>
            <ac:spMk id="20" creationId="{3B88568E-5440-23E6-7020-2140E247DF35}"/>
          </ac:spMkLst>
        </pc:spChg>
        <pc:spChg chg="del">
          <ac:chgData name="Cristiany Kelly Miranda da Costa Correa" userId="3132fc47-1712-48bc-8364-dd56cd431e4c" providerId="ADAL" clId="{293CF303-BFD9-4B07-A761-87B037305488}" dt="2025-05-20T18:57:50.761" v="454" actId="478"/>
          <ac:spMkLst>
            <pc:docMk/>
            <pc:sldMk cId="4147831943" sldId="276"/>
            <ac:spMk id="21" creationId="{E17AA7B9-438E-873A-E3A2-65EE0B336FD2}"/>
          </ac:spMkLst>
        </pc:spChg>
        <pc:spChg chg="del">
          <ac:chgData name="Cristiany Kelly Miranda da Costa Correa" userId="3132fc47-1712-48bc-8364-dd56cd431e4c" providerId="ADAL" clId="{293CF303-BFD9-4B07-A761-87B037305488}" dt="2025-05-20T18:57:49.948" v="453" actId="478"/>
          <ac:spMkLst>
            <pc:docMk/>
            <pc:sldMk cId="4147831943" sldId="276"/>
            <ac:spMk id="22" creationId="{ED9E9F40-701B-99FB-2955-583795C24B82}"/>
          </ac:spMkLst>
        </pc:spChg>
        <pc:spChg chg="del">
          <ac:chgData name="Cristiany Kelly Miranda da Costa Correa" userId="3132fc47-1712-48bc-8364-dd56cd431e4c" providerId="ADAL" clId="{293CF303-BFD9-4B07-A761-87B037305488}" dt="2025-05-20T18:57:47.078" v="451" actId="478"/>
          <ac:spMkLst>
            <pc:docMk/>
            <pc:sldMk cId="4147831943" sldId="276"/>
            <ac:spMk id="24" creationId="{2EBE635C-6749-A73C-96CB-0AE7F25C6824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8:50.542" v="466" actId="20577"/>
          <ac:spMkLst>
            <pc:docMk/>
            <pc:sldMk cId="4147831943" sldId="276"/>
            <ac:spMk id="25" creationId="{98CE9F92-4602-D11D-B1FC-3AAA469CB2A6}"/>
          </ac:spMkLst>
        </pc:spChg>
        <pc:spChg chg="mod">
          <ac:chgData name="Cristiany Kelly Miranda da Costa Correa" userId="3132fc47-1712-48bc-8364-dd56cd431e4c" providerId="ADAL" clId="{293CF303-BFD9-4B07-A761-87B037305488}" dt="2025-05-20T19:00:16.202" v="712" actId="20577"/>
          <ac:spMkLst>
            <pc:docMk/>
            <pc:sldMk cId="4147831943" sldId="276"/>
            <ac:spMk id="26" creationId="{BCD19D00-C58B-2A50-D425-A0764CC16311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9:03.157" v="469" actId="20577"/>
          <ac:spMkLst>
            <pc:docMk/>
            <pc:sldMk cId="4147831943" sldId="276"/>
            <ac:spMk id="27" creationId="{A45EB673-38D4-3283-9740-055CD5E730D1}"/>
          </ac:spMkLst>
        </pc:spChg>
        <pc:spChg chg="add mod">
          <ac:chgData name="Cristiany Kelly Miranda da Costa Correa" userId="3132fc47-1712-48bc-8364-dd56cd431e4c" providerId="ADAL" clId="{293CF303-BFD9-4B07-A761-87B037305488}" dt="2025-05-20T18:59:09.538" v="471" actId="20577"/>
          <ac:spMkLst>
            <pc:docMk/>
            <pc:sldMk cId="4147831943" sldId="276"/>
            <ac:spMk id="29" creationId="{4D609D4C-4AA0-8C73-E6EF-C1596AD75C24}"/>
          </ac:spMkLst>
        </pc:spChg>
        <pc:picChg chg="del">
          <ac:chgData name="Cristiany Kelly Miranda da Costa Correa" userId="3132fc47-1712-48bc-8364-dd56cd431e4c" providerId="ADAL" clId="{293CF303-BFD9-4B07-A761-87B037305488}" dt="2025-05-20T18:57:44.386" v="449" actId="478"/>
          <ac:picMkLst>
            <pc:docMk/>
            <pc:sldMk cId="4147831943" sldId="276"/>
            <ac:picMk id="3" creationId="{78359EA6-87CF-A8D0-C156-FCF0CED54C5C}"/>
          </ac:picMkLst>
        </pc:picChg>
        <pc:picChg chg="add mod">
          <ac:chgData name="Cristiany Kelly Miranda da Costa Correa" userId="3132fc47-1712-48bc-8364-dd56cd431e4c" providerId="ADAL" clId="{293CF303-BFD9-4B07-A761-87B037305488}" dt="2025-05-20T18:58:22.056" v="458" actId="14100"/>
          <ac:picMkLst>
            <pc:docMk/>
            <pc:sldMk cId="4147831943" sldId="276"/>
            <ac:picMk id="14" creationId="{66334AF6-445B-67EE-D258-629C023FD995}"/>
          </ac:picMkLst>
        </pc:picChg>
        <pc:picChg chg="del">
          <ac:chgData name="Cristiany Kelly Miranda da Costa Correa" userId="3132fc47-1712-48bc-8364-dd56cd431e4c" providerId="ADAL" clId="{293CF303-BFD9-4B07-A761-87B037305488}" dt="2025-05-20T18:57:45.103" v="450" actId="478"/>
          <ac:picMkLst>
            <pc:docMk/>
            <pc:sldMk cId="4147831943" sldId="276"/>
            <ac:picMk id="23" creationId="{BE6A4A33-054C-0994-2085-30C98B65B3DA}"/>
          </ac:picMkLst>
        </pc:picChg>
      </pc:sldChg>
      <pc:sldChg chg="addSp delSp modSp add mod">
        <pc:chgData name="Cristiany Kelly Miranda da Costa Correa" userId="3132fc47-1712-48bc-8364-dd56cd431e4c" providerId="ADAL" clId="{293CF303-BFD9-4B07-A761-87B037305488}" dt="2025-05-20T19:05:06.727" v="1026" actId="20577"/>
        <pc:sldMkLst>
          <pc:docMk/>
          <pc:sldMk cId="3432147881" sldId="277"/>
        </pc:sldMkLst>
        <pc:spChg chg="add mod">
          <ac:chgData name="Cristiany Kelly Miranda da Costa Correa" userId="3132fc47-1712-48bc-8364-dd56cd431e4c" providerId="ADAL" clId="{293CF303-BFD9-4B07-A761-87B037305488}" dt="2025-05-20T19:01:04.547" v="724" actId="20577"/>
          <ac:spMkLst>
            <pc:docMk/>
            <pc:sldMk cId="3432147881" sldId="277"/>
            <ac:spMk id="4" creationId="{E20EDF74-EF1C-221E-B129-1CEEDBC0BA0E}"/>
          </ac:spMkLst>
        </pc:spChg>
        <pc:spChg chg="mod">
          <ac:chgData name="Cristiany Kelly Miranda da Costa Correa" userId="3132fc47-1712-48bc-8364-dd56cd431e4c" providerId="ADAL" clId="{293CF303-BFD9-4B07-A761-87B037305488}" dt="2025-05-20T19:05:03.764" v="1024" actId="20577"/>
          <ac:spMkLst>
            <pc:docMk/>
            <pc:sldMk cId="3432147881" sldId="277"/>
            <ac:spMk id="9" creationId="{26E2208C-162F-5293-C9B6-7D3C6BF68FB4}"/>
          </ac:spMkLst>
        </pc:spChg>
        <pc:spChg chg="mod">
          <ac:chgData name="Cristiany Kelly Miranda da Costa Correa" userId="3132fc47-1712-48bc-8364-dd56cd431e4c" providerId="ADAL" clId="{293CF303-BFD9-4B07-A761-87B037305488}" dt="2025-05-20T19:05:00.893" v="1022" actId="20577"/>
          <ac:spMkLst>
            <pc:docMk/>
            <pc:sldMk cId="3432147881" sldId="277"/>
            <ac:spMk id="11" creationId="{F6BCFDB9-E11D-396D-1C13-384820E7FD1D}"/>
          </ac:spMkLst>
        </pc:spChg>
        <pc:spChg chg="mod">
          <ac:chgData name="Cristiany Kelly Miranda da Costa Correa" userId="3132fc47-1712-48bc-8364-dd56cd431e4c" providerId="ADAL" clId="{293CF303-BFD9-4B07-A761-87B037305488}" dt="2025-05-20T19:05:06.727" v="1026" actId="20577"/>
          <ac:spMkLst>
            <pc:docMk/>
            <pc:sldMk cId="3432147881" sldId="277"/>
            <ac:spMk id="12" creationId="{48861C25-BA73-A2B8-D47A-F925AC87A0BF}"/>
          </ac:spMkLst>
        </pc:spChg>
        <pc:spChg chg="del">
          <ac:chgData name="Cristiany Kelly Miranda da Costa Correa" userId="3132fc47-1712-48bc-8364-dd56cd431e4c" providerId="ADAL" clId="{293CF303-BFD9-4B07-A761-87B037305488}" dt="2025-05-20T19:00:25.610" v="719" actId="478"/>
          <ac:spMkLst>
            <pc:docMk/>
            <pc:sldMk cId="3432147881" sldId="277"/>
            <ac:spMk id="17" creationId="{8BE72638-5997-EFA8-5834-AF2B735D03B1}"/>
          </ac:spMkLst>
        </pc:spChg>
        <pc:spChg chg="del">
          <ac:chgData name="Cristiany Kelly Miranda da Costa Correa" userId="3132fc47-1712-48bc-8364-dd56cd431e4c" providerId="ADAL" clId="{293CF303-BFD9-4B07-A761-87B037305488}" dt="2025-05-20T19:00:24.692" v="718" actId="478"/>
          <ac:spMkLst>
            <pc:docMk/>
            <pc:sldMk cId="3432147881" sldId="277"/>
            <ac:spMk id="18" creationId="{F9017BD9-E07A-4682-7946-65FFCF490D8C}"/>
          </ac:spMkLst>
        </pc:spChg>
        <pc:spChg chg="add mod">
          <ac:chgData name="Cristiany Kelly Miranda da Costa Correa" userId="3132fc47-1712-48bc-8364-dd56cd431e4c" providerId="ADAL" clId="{293CF303-BFD9-4B07-A761-87B037305488}" dt="2025-05-20T19:01:10.781" v="726" actId="20577"/>
          <ac:spMkLst>
            <pc:docMk/>
            <pc:sldMk cId="3432147881" sldId="277"/>
            <ac:spMk id="20" creationId="{FB151BEB-E702-9779-75AB-AB1E417F9772}"/>
          </ac:spMkLst>
        </pc:spChg>
        <pc:spChg chg="del">
          <ac:chgData name="Cristiany Kelly Miranda da Costa Correa" userId="3132fc47-1712-48bc-8364-dd56cd431e4c" providerId="ADAL" clId="{293CF303-BFD9-4B07-A761-87B037305488}" dt="2025-05-20T19:00:22.498" v="715" actId="478"/>
          <ac:spMkLst>
            <pc:docMk/>
            <pc:sldMk cId="3432147881" sldId="277"/>
            <ac:spMk id="25" creationId="{585862CB-E881-9A13-F3CE-E474DBB69986}"/>
          </ac:spMkLst>
        </pc:spChg>
        <pc:spChg chg="mod">
          <ac:chgData name="Cristiany Kelly Miranda da Costa Correa" userId="3132fc47-1712-48bc-8364-dd56cd431e4c" providerId="ADAL" clId="{293CF303-BFD9-4B07-A761-87B037305488}" dt="2025-05-20T19:01:43.326" v="839" actId="20577"/>
          <ac:spMkLst>
            <pc:docMk/>
            <pc:sldMk cId="3432147881" sldId="277"/>
            <ac:spMk id="26" creationId="{707A88BB-D552-1B45-512C-5B0ADB8FC900}"/>
          </ac:spMkLst>
        </pc:spChg>
        <pc:spChg chg="del">
          <ac:chgData name="Cristiany Kelly Miranda da Costa Correa" userId="3132fc47-1712-48bc-8364-dd56cd431e4c" providerId="ADAL" clId="{293CF303-BFD9-4B07-A761-87B037305488}" dt="2025-05-20T19:00:23.457" v="716" actId="478"/>
          <ac:spMkLst>
            <pc:docMk/>
            <pc:sldMk cId="3432147881" sldId="277"/>
            <ac:spMk id="27" creationId="{2D5A7D89-4E1E-67BB-6DE0-BDAA2703D0C0}"/>
          </ac:spMkLst>
        </pc:spChg>
        <pc:spChg chg="del">
          <ac:chgData name="Cristiany Kelly Miranda da Costa Correa" userId="3132fc47-1712-48bc-8364-dd56cd431e4c" providerId="ADAL" clId="{293CF303-BFD9-4B07-A761-87B037305488}" dt="2025-05-20T19:00:24.043" v="717" actId="478"/>
          <ac:spMkLst>
            <pc:docMk/>
            <pc:sldMk cId="3432147881" sldId="277"/>
            <ac:spMk id="29" creationId="{BB4BB916-E953-97E5-B2BB-D0C784F3B0BE}"/>
          </ac:spMkLst>
        </pc:spChg>
        <pc:picChg chg="add mod">
          <ac:chgData name="Cristiany Kelly Miranda da Costa Correa" userId="3132fc47-1712-48bc-8364-dd56cd431e4c" providerId="ADAL" clId="{293CF303-BFD9-4B07-A761-87B037305488}" dt="2025-05-20T19:00:56.173" v="721" actId="1076"/>
          <ac:picMkLst>
            <pc:docMk/>
            <pc:sldMk cId="3432147881" sldId="277"/>
            <ac:picMk id="3" creationId="{E7D95A30-D169-E028-1963-4A646A5B3A35}"/>
          </ac:picMkLst>
        </pc:picChg>
        <pc:picChg chg="del">
          <ac:chgData name="Cristiany Kelly Miranda da Costa Correa" userId="3132fc47-1712-48bc-8364-dd56cd431e4c" providerId="ADAL" clId="{293CF303-BFD9-4B07-A761-87B037305488}" dt="2025-05-20T19:00:21.163" v="714" actId="478"/>
          <ac:picMkLst>
            <pc:docMk/>
            <pc:sldMk cId="3432147881" sldId="277"/>
            <ac:picMk id="14" creationId="{29CD94C4-3033-2296-D3E3-CA15433059B8}"/>
          </ac:picMkLst>
        </pc:picChg>
      </pc:sldChg>
      <pc:sldChg chg="addSp delSp modSp add mod">
        <pc:chgData name="Cristiany Kelly Miranda da Costa Correa" userId="3132fc47-1712-48bc-8364-dd56cd431e4c" providerId="ADAL" clId="{293CF303-BFD9-4B07-A761-87B037305488}" dt="2025-05-20T19:05:21.103" v="1034" actId="20577"/>
        <pc:sldMkLst>
          <pc:docMk/>
          <pc:sldMk cId="3692471807" sldId="278"/>
        </pc:sldMkLst>
        <pc:spChg chg="del">
          <ac:chgData name="Cristiany Kelly Miranda da Costa Correa" userId="3132fc47-1712-48bc-8364-dd56cd431e4c" providerId="ADAL" clId="{293CF303-BFD9-4B07-A761-87B037305488}" dt="2025-05-20T19:01:54.145" v="843" actId="478"/>
          <ac:spMkLst>
            <pc:docMk/>
            <pc:sldMk cId="3692471807" sldId="278"/>
            <ac:spMk id="4" creationId="{7582E1E9-D11E-78A4-CC5B-EDFCFF62E5D4}"/>
          </ac:spMkLst>
        </pc:spChg>
        <pc:spChg chg="mod">
          <ac:chgData name="Cristiany Kelly Miranda da Costa Correa" userId="3132fc47-1712-48bc-8364-dd56cd431e4c" providerId="ADAL" clId="{293CF303-BFD9-4B07-A761-87B037305488}" dt="2025-05-20T19:05:18.206" v="1032" actId="20577"/>
          <ac:spMkLst>
            <pc:docMk/>
            <pc:sldMk cId="3692471807" sldId="278"/>
            <ac:spMk id="9" creationId="{923E450F-3B33-7B8B-84E2-1C3288AC9B68}"/>
          </ac:spMkLst>
        </pc:spChg>
        <pc:spChg chg="mod">
          <ac:chgData name="Cristiany Kelly Miranda da Costa Correa" userId="3132fc47-1712-48bc-8364-dd56cd431e4c" providerId="ADAL" clId="{293CF303-BFD9-4B07-A761-87B037305488}" dt="2025-05-20T19:05:14.664" v="1030" actId="20577"/>
          <ac:spMkLst>
            <pc:docMk/>
            <pc:sldMk cId="3692471807" sldId="278"/>
            <ac:spMk id="11" creationId="{B93058E1-8641-D623-0FC0-A69A9BD3EF45}"/>
          </ac:spMkLst>
        </pc:spChg>
        <pc:spChg chg="mod">
          <ac:chgData name="Cristiany Kelly Miranda da Costa Correa" userId="3132fc47-1712-48bc-8364-dd56cd431e4c" providerId="ADAL" clId="{293CF303-BFD9-4B07-A761-87B037305488}" dt="2025-05-20T19:05:21.103" v="1034" actId="20577"/>
          <ac:spMkLst>
            <pc:docMk/>
            <pc:sldMk cId="3692471807" sldId="278"/>
            <ac:spMk id="12" creationId="{F7C11E99-59A3-D206-EA89-47BC4025AD47}"/>
          </ac:spMkLst>
        </pc:spChg>
        <pc:spChg chg="add mod">
          <ac:chgData name="Cristiany Kelly Miranda da Costa Correa" userId="3132fc47-1712-48bc-8364-dd56cd431e4c" providerId="ADAL" clId="{293CF303-BFD9-4B07-A761-87B037305488}" dt="2025-05-20T19:02:55.952" v="899" actId="1076"/>
          <ac:spMkLst>
            <pc:docMk/>
            <pc:sldMk cId="3692471807" sldId="278"/>
            <ac:spMk id="17" creationId="{619E9A8D-DF70-AC32-AB27-4669669453C3}"/>
          </ac:spMkLst>
        </pc:spChg>
        <pc:spChg chg="add mod">
          <ac:chgData name="Cristiany Kelly Miranda da Costa Correa" userId="3132fc47-1712-48bc-8364-dd56cd431e4c" providerId="ADAL" clId="{293CF303-BFD9-4B07-A761-87B037305488}" dt="2025-05-20T19:02:58.090" v="900" actId="1076"/>
          <ac:spMkLst>
            <pc:docMk/>
            <pc:sldMk cId="3692471807" sldId="278"/>
            <ac:spMk id="18" creationId="{E93C2677-8BC1-1DD9-D018-960E1420262F}"/>
          </ac:spMkLst>
        </pc:spChg>
        <pc:spChg chg="del">
          <ac:chgData name="Cristiany Kelly Miranda da Costa Correa" userId="3132fc47-1712-48bc-8364-dd56cd431e4c" providerId="ADAL" clId="{293CF303-BFD9-4B07-A761-87B037305488}" dt="2025-05-20T19:01:55.416" v="844" actId="478"/>
          <ac:spMkLst>
            <pc:docMk/>
            <pc:sldMk cId="3692471807" sldId="278"/>
            <ac:spMk id="20" creationId="{214D8F32-ADFB-956D-331B-4E3C769650E1}"/>
          </ac:spMkLst>
        </pc:spChg>
        <pc:spChg chg="mod">
          <ac:chgData name="Cristiany Kelly Miranda da Costa Correa" userId="3132fc47-1712-48bc-8364-dd56cd431e4c" providerId="ADAL" clId="{293CF303-BFD9-4B07-A761-87B037305488}" dt="2025-05-20T19:03:30.079" v="983" actId="5793"/>
          <ac:spMkLst>
            <pc:docMk/>
            <pc:sldMk cId="3692471807" sldId="278"/>
            <ac:spMk id="26" creationId="{37F8AEAE-0B2C-2B7C-681E-2088EC67DF5C}"/>
          </ac:spMkLst>
        </pc:spChg>
        <pc:picChg chg="del">
          <ac:chgData name="Cristiany Kelly Miranda da Costa Correa" userId="3132fc47-1712-48bc-8364-dd56cd431e4c" providerId="ADAL" clId="{293CF303-BFD9-4B07-A761-87B037305488}" dt="2025-05-20T19:01:52.957" v="842" actId="478"/>
          <ac:picMkLst>
            <pc:docMk/>
            <pc:sldMk cId="3692471807" sldId="278"/>
            <ac:picMk id="3" creationId="{B1CB4CA8-CB01-5894-27D6-FC3B7771E5CC}"/>
          </ac:picMkLst>
        </pc:picChg>
        <pc:picChg chg="add mod">
          <ac:chgData name="Cristiany Kelly Miranda da Costa Correa" userId="3132fc47-1712-48bc-8364-dd56cd431e4c" providerId="ADAL" clId="{293CF303-BFD9-4B07-A761-87B037305488}" dt="2025-05-20T19:02:53.896" v="898" actId="1076"/>
          <ac:picMkLst>
            <pc:docMk/>
            <pc:sldMk cId="3692471807" sldId="278"/>
            <ac:picMk id="14" creationId="{410BF15A-6A53-7D23-2FF7-BA8825AE75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GERAR CIOT E PEDAGIO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GERAR CIOT NO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181231" y="890546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Entrar no sistema GW e clicar em Lançamentos;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Contratos de frete;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706C686-CB24-F7DE-D815-C3DA879B3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21" y="1299577"/>
            <a:ext cx="5525331" cy="4494063"/>
          </a:xfrm>
          <a:prstGeom prst="rect">
            <a:avLst/>
          </a:prstGeom>
        </p:spPr>
      </p:pic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E462DF4C-23E6-B545-356C-5706692B2399}"/>
              </a:ext>
            </a:extLst>
          </p:cNvPr>
          <p:cNvSpPr/>
          <p:nvPr/>
        </p:nvSpPr>
        <p:spPr>
          <a:xfrm>
            <a:off x="2272584" y="1984464"/>
            <a:ext cx="60960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4681715A-3444-1061-4345-4211100D483A}"/>
              </a:ext>
            </a:extLst>
          </p:cNvPr>
          <p:cNvSpPr/>
          <p:nvPr/>
        </p:nvSpPr>
        <p:spPr>
          <a:xfrm>
            <a:off x="2577384" y="4851519"/>
            <a:ext cx="60960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327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CE0A3-13E7-A349-80B4-987B4C8E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9E63596-8B1A-730B-0512-6BB1390C9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7CE329E-97E0-82BB-00CF-2B600254664B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9E5A2D3-E6B8-11F1-E2C6-7C32DE6E3A1C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GERAR CIOT E PEDAGIO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440134B-E5FC-0627-17B6-0291C965BDC6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4C8F5B1-0A56-19BA-E91F-6AD8DC25AF36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5804460-A066-04B3-C8C2-32FAEAB401D0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30B679D-331F-380D-19FA-17EF440892EC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36B1A9D-40CE-D0AF-3423-22DC7BCB012D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3986EA4-7E64-9CE9-E3FF-04E931B48775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844B5F9-4225-A708-9DFA-FCEBF462943D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9705CA6-8345-CC6B-CDA8-5487FB162132}"/>
              </a:ext>
            </a:extLst>
          </p:cNvPr>
          <p:cNvSpPr/>
          <p:nvPr/>
        </p:nvSpPr>
        <p:spPr>
          <a:xfrm>
            <a:off x="-1" y="890546"/>
            <a:ext cx="1018123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6440E31-C448-BCD5-1124-F538B8DB0E49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CC0D4A1-964D-1D8A-5930-4A1EC65E1C4F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GERAR CIOT NO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5A68713-B30D-86C6-6581-9A30688B1247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Colocar a data que você criou a minuta ou CTE deste Contrato;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Selecionar apenas Contratos feitos por mim;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Clicar em pesquisar.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49895B56-D03E-60B4-AEEE-590E98F05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15" y="1279728"/>
            <a:ext cx="8576832" cy="4403497"/>
          </a:xfrm>
          <a:prstGeom prst="rect">
            <a:avLst/>
          </a:prstGeom>
        </p:spPr>
      </p:pic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EE2DBB3A-DAB1-F2CB-1C98-A52FC6E776A0}"/>
              </a:ext>
            </a:extLst>
          </p:cNvPr>
          <p:cNvSpPr/>
          <p:nvPr/>
        </p:nvSpPr>
        <p:spPr>
          <a:xfrm>
            <a:off x="340379" y="1893235"/>
            <a:ext cx="60960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A601ECFA-E5E5-B00D-2279-358E93DB6EE2}"/>
              </a:ext>
            </a:extLst>
          </p:cNvPr>
          <p:cNvSpPr/>
          <p:nvPr/>
        </p:nvSpPr>
        <p:spPr>
          <a:xfrm>
            <a:off x="6922608" y="2262567"/>
            <a:ext cx="60960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85D9A55D-64AA-ABCB-E98A-C1FD6900F18E}"/>
              </a:ext>
            </a:extLst>
          </p:cNvPr>
          <p:cNvSpPr/>
          <p:nvPr/>
        </p:nvSpPr>
        <p:spPr>
          <a:xfrm>
            <a:off x="8207122" y="2694769"/>
            <a:ext cx="609600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6709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700F-3372-8DDA-F331-573B0247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B0A2651-18AC-AA19-2B1E-AF2BFB9EE8BD}"/>
              </a:ext>
            </a:extLst>
          </p:cNvPr>
          <p:cNvSpPr/>
          <p:nvPr/>
        </p:nvSpPr>
        <p:spPr>
          <a:xfrm>
            <a:off x="0" y="3147096"/>
            <a:ext cx="12177858" cy="30357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Rotas com pedágio SEMPRE devem ser feito emissão de pedágio antes da viagem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9AE73F-21B4-B72F-9407-E5C634FF5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78D3ACD-0A58-7466-57D6-BE968604EEE9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7A74690-4D68-73C9-552A-90C8E2688438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GERAR CIOT E PEDAGIO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1AF05BF-DDEB-DA3E-2E37-F634E182C988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17FB96-0DA2-357D-9635-78B0D9AF2F1C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305EDD2-CFE7-AAAE-AC8C-03D30BD13EC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8F41C1A-85D7-1BEF-43FC-09AEC1540E04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059C94-8859-04E4-26F8-DA2A87CEF3CA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D95691D-102C-2BEE-921C-E35EF381C6FD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94F8AFB-FD12-E382-7397-5F15CFE4A2BA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7CF698B-3818-F860-68D4-11E231A460A4}"/>
              </a:ext>
            </a:extLst>
          </p:cNvPr>
          <p:cNvSpPr/>
          <p:nvPr/>
        </p:nvSpPr>
        <p:spPr>
          <a:xfrm>
            <a:off x="-1" y="890546"/>
            <a:ext cx="10181231" cy="43770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C8651E6-1267-A299-CE8C-858BB90790E7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74B1EA1-0F85-808E-F732-73D3B1810F31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GERAR CIOT NO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9D5C857-0F50-E09B-DA90-35EE095B6184}"/>
              </a:ext>
            </a:extLst>
          </p:cNvPr>
          <p:cNvSpPr/>
          <p:nvPr/>
        </p:nvSpPr>
        <p:spPr>
          <a:xfrm>
            <a:off x="10181231" y="900751"/>
            <a:ext cx="1996628" cy="52884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6. Dar um duplo clique no numero em azul do contrato que você irá gerar o CIOT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E2C60C3-2E21-7110-ECAE-997A8C2A4328}"/>
              </a:ext>
            </a:extLst>
          </p:cNvPr>
          <p:cNvSpPr txBox="1"/>
          <p:nvPr/>
        </p:nvSpPr>
        <p:spPr>
          <a:xfrm>
            <a:off x="14142" y="539360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PARTICULARIDADES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E2C04D33-C09B-889D-ABE9-F5CAACDB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855" y="1452829"/>
            <a:ext cx="4881233" cy="3714845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87A4A926-57F6-3999-4260-08FF980BE795}"/>
              </a:ext>
            </a:extLst>
          </p:cNvPr>
          <p:cNvSpPr/>
          <p:nvPr/>
        </p:nvSpPr>
        <p:spPr>
          <a:xfrm>
            <a:off x="3328200" y="1032965"/>
            <a:ext cx="489057" cy="4121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3123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PEDAGIO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F77909-D124-0BAB-1DEB-A407CE99F4CB}"/>
              </a:ext>
            </a:extLst>
          </p:cNvPr>
          <p:cNvSpPr/>
          <p:nvPr/>
        </p:nvSpPr>
        <p:spPr>
          <a:xfrm>
            <a:off x="14141" y="890546"/>
            <a:ext cx="12177859" cy="5292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631D9F1-556D-C82C-1510-F6D48BBB963B}"/>
              </a:ext>
            </a:extLst>
          </p:cNvPr>
          <p:cNvSpPr/>
          <p:nvPr/>
        </p:nvSpPr>
        <p:spPr>
          <a:xfrm>
            <a:off x="0" y="894202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226721" y="886890"/>
            <a:ext cx="1951138" cy="529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Verificar se existe percurso para esta rota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Colocar a data real da partida e de termino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532A460-9815-BC39-E721-401935924CB0}"/>
              </a:ext>
            </a:extLst>
          </p:cNvPr>
          <p:cNvSpPr txBox="1"/>
          <p:nvPr/>
        </p:nvSpPr>
        <p:spPr>
          <a:xfrm>
            <a:off x="735495" y="886890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GERAR CIOT NO GW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ED34F4C-CC03-2A9D-B1FA-DB0DCC789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3" y="1425745"/>
            <a:ext cx="9458436" cy="4047008"/>
          </a:xfrm>
          <a:prstGeom prst="rect">
            <a:avLst/>
          </a:prstGeom>
        </p:spPr>
      </p:pic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B48DF2D7-CE9A-4C45-7F65-0B8AEB9BE939}"/>
              </a:ext>
            </a:extLst>
          </p:cNvPr>
          <p:cNvSpPr/>
          <p:nvPr/>
        </p:nvSpPr>
        <p:spPr>
          <a:xfrm>
            <a:off x="3343208" y="2300275"/>
            <a:ext cx="382138" cy="5049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423377A5-233D-B656-CD6E-1C2E8D9F11F5}"/>
              </a:ext>
            </a:extLst>
          </p:cNvPr>
          <p:cNvSpPr/>
          <p:nvPr/>
        </p:nvSpPr>
        <p:spPr>
          <a:xfrm>
            <a:off x="5947754" y="2321375"/>
            <a:ext cx="382138" cy="5049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95348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4B8B3-6E6F-BE00-C90B-51A8FC3E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14CE6AE-A320-48A5-CB5B-6C8886902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3C4BE8E-1303-7FBD-89C5-48C02021452E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C46475D-A052-46CB-8052-6A4FF1A05AF0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PEDAGIO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D87A402-E1E6-0DFD-9E01-ECDC4B2D453F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8217F6D-7C1F-1F11-B9BE-6A45A88A045B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F782423-DA6D-F210-75F5-694957F2E570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633AAB6-B8CD-CB00-BE7C-1B2382D2A549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FE84DF6-C32B-0252-FE4E-66BB758B94E0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040AD10-E3FD-92D9-F6BF-01D880C51C4F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5D300A3-8C49-0F7E-1841-01983D8779E7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0FC6E9F-1F6A-4628-4358-31F2D3ABE2C6}"/>
              </a:ext>
            </a:extLst>
          </p:cNvPr>
          <p:cNvSpPr/>
          <p:nvPr/>
        </p:nvSpPr>
        <p:spPr>
          <a:xfrm>
            <a:off x="14141" y="890546"/>
            <a:ext cx="12177859" cy="5292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8EAD922-FA48-B4F3-174E-9249613C55AF}"/>
              </a:ext>
            </a:extLst>
          </p:cNvPr>
          <p:cNvSpPr/>
          <p:nvPr/>
        </p:nvSpPr>
        <p:spPr>
          <a:xfrm>
            <a:off x="0" y="894202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84BAC45-7109-26ED-9413-894B1A822CBD}"/>
              </a:ext>
            </a:extLst>
          </p:cNvPr>
          <p:cNvSpPr/>
          <p:nvPr/>
        </p:nvSpPr>
        <p:spPr>
          <a:xfrm>
            <a:off x="10226721" y="886890"/>
            <a:ext cx="1951138" cy="529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Entrar na Aba Valores x pagamentos;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 Verificar </a:t>
            </a: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está selecionado pedágio de ida e volta;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 Clicar no link pedágio e se houver rota vai aparecer no circulo o valor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12. Confirmar na planilha de agendamento o valor do pedágio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 trecho boa esperança do norte x sorriso é o único que não clica pedagio ida e volta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5CE6EDC-86F6-6A7C-C98F-1976F9E12B8D}"/>
              </a:ext>
            </a:extLst>
          </p:cNvPr>
          <p:cNvSpPr txBox="1"/>
          <p:nvPr/>
        </p:nvSpPr>
        <p:spPr>
          <a:xfrm>
            <a:off x="735495" y="886890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GERAR CIOT NO GW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375AD07-4AC3-64BB-C039-DE6A5D0DB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57" y="1425744"/>
            <a:ext cx="9490639" cy="42672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7F9B6718-DFBC-EF02-0413-DAB51D108A90}"/>
              </a:ext>
            </a:extLst>
          </p:cNvPr>
          <p:cNvSpPr/>
          <p:nvPr/>
        </p:nvSpPr>
        <p:spPr>
          <a:xfrm>
            <a:off x="2745675" y="886890"/>
            <a:ext cx="543435" cy="6826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  <p:sp>
        <p:nvSpPr>
          <p:cNvPr id="20" name="Seta: para Cima 19">
            <a:extLst>
              <a:ext uri="{FF2B5EF4-FFF2-40B4-BE49-F238E27FC236}">
                <a16:creationId xmlns:a16="http://schemas.microsoft.com/office/drawing/2014/main" id="{246098FD-3F44-4ED5-27E0-AE0568E3F21A}"/>
              </a:ext>
            </a:extLst>
          </p:cNvPr>
          <p:cNvSpPr/>
          <p:nvPr/>
        </p:nvSpPr>
        <p:spPr>
          <a:xfrm>
            <a:off x="3083435" y="4380201"/>
            <a:ext cx="871744" cy="51861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21" name="Seta: para Cima 20">
            <a:extLst>
              <a:ext uri="{FF2B5EF4-FFF2-40B4-BE49-F238E27FC236}">
                <a16:creationId xmlns:a16="http://schemas.microsoft.com/office/drawing/2014/main" id="{EDA54C70-A044-31BC-8B70-7347D8F58250}"/>
              </a:ext>
            </a:extLst>
          </p:cNvPr>
          <p:cNvSpPr/>
          <p:nvPr/>
        </p:nvSpPr>
        <p:spPr>
          <a:xfrm>
            <a:off x="2021870" y="4547317"/>
            <a:ext cx="887125" cy="68260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11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61158D07-92F2-6668-B7CA-5DDBA0BF2A25}"/>
              </a:ext>
            </a:extLst>
          </p:cNvPr>
          <p:cNvSpPr/>
          <p:nvPr/>
        </p:nvSpPr>
        <p:spPr>
          <a:xfrm>
            <a:off x="2637278" y="4135272"/>
            <a:ext cx="543435" cy="518614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D6FADD5C-0A6D-0C16-4D91-3C171DE5D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686" y="4563551"/>
            <a:ext cx="4624393" cy="1619250"/>
          </a:xfrm>
          <a:prstGeom prst="rect">
            <a:avLst/>
          </a:prstGeom>
        </p:spPr>
      </p:pic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80A91D7B-59AE-7871-63E9-D5C61B860E35}"/>
              </a:ext>
            </a:extLst>
          </p:cNvPr>
          <p:cNvSpPr/>
          <p:nvPr/>
        </p:nvSpPr>
        <p:spPr>
          <a:xfrm>
            <a:off x="5497604" y="5431945"/>
            <a:ext cx="932224" cy="5219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4625372-327E-AA60-CE59-91207CFD6ADE}"/>
              </a:ext>
            </a:extLst>
          </p:cNvPr>
          <p:cNvSpPr txBox="1"/>
          <p:nvPr/>
        </p:nvSpPr>
        <p:spPr>
          <a:xfrm>
            <a:off x="2650333" y="4324515"/>
            <a:ext cx="4848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89,90</a:t>
            </a:r>
          </a:p>
        </p:txBody>
      </p:sp>
    </p:spTree>
    <p:extLst>
      <p:ext uri="{BB962C8B-B14F-4D97-AF65-F5344CB8AC3E}">
        <p14:creationId xmlns:p14="http://schemas.microsoft.com/office/powerpoint/2010/main" val="832553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5CDE-3B4A-26B0-256F-643C1A2A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43C2D51-1868-75E8-8C41-7686B70B2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7112F41-83B7-BB7D-5044-738945E9BEBB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AE08D56-DCC9-A183-E5D3-B5B5BD421BBB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PEDAGIO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60E659-DF5C-B5E5-9837-126436BC6DCE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7737163-ABD4-F1C4-E674-5EB8CB7F4CA0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AB7A1D0-85B1-5929-C21B-1153D62A1C3B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4/6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D6BDD40-E950-5BE3-8263-46FE923E2496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48FB22C-FDEF-51FD-E7FF-5C39F309F8EC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537730-2666-B874-4F77-023D9585EFC3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F07FE71-ED52-177D-6E68-9DFCFF652A0D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41033C-128D-7A83-EEDD-D0D71CA3446A}"/>
              </a:ext>
            </a:extLst>
          </p:cNvPr>
          <p:cNvSpPr/>
          <p:nvPr/>
        </p:nvSpPr>
        <p:spPr>
          <a:xfrm>
            <a:off x="14141" y="890546"/>
            <a:ext cx="12177859" cy="5292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B1861F8-ADF5-D9D6-FBA9-85179DF7E140}"/>
              </a:ext>
            </a:extLst>
          </p:cNvPr>
          <p:cNvSpPr/>
          <p:nvPr/>
        </p:nvSpPr>
        <p:spPr>
          <a:xfrm>
            <a:off x="0" y="894202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D19D00-C58B-2A50-D425-A0764CC16311}"/>
              </a:ext>
            </a:extLst>
          </p:cNvPr>
          <p:cNvSpPr/>
          <p:nvPr/>
        </p:nvSpPr>
        <p:spPr>
          <a:xfrm>
            <a:off x="10226721" y="886890"/>
            <a:ext cx="1951138" cy="529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 Colocar a data do saldo sempre a segunda sexta-feira após a coleta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 Forma de pagamento não especificado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 Selecionar motorista e depois proprietário para trazer os dados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16. Selecionar motorista depois proprietário para trazer os dados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17. salvar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6334AF6-445B-67EE-D258-629C023FD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81" y="1943100"/>
            <a:ext cx="9184943" cy="2971800"/>
          </a:xfrm>
          <a:prstGeom prst="rect">
            <a:avLst/>
          </a:prstGeom>
        </p:spPr>
      </p:pic>
      <p:sp>
        <p:nvSpPr>
          <p:cNvPr id="17" name="Seta: para Cima 16">
            <a:extLst>
              <a:ext uri="{FF2B5EF4-FFF2-40B4-BE49-F238E27FC236}">
                <a16:creationId xmlns:a16="http://schemas.microsoft.com/office/drawing/2014/main" id="{9F5ED40D-01AE-BE35-62C0-65559C20C869}"/>
              </a:ext>
            </a:extLst>
          </p:cNvPr>
          <p:cNvSpPr/>
          <p:nvPr/>
        </p:nvSpPr>
        <p:spPr>
          <a:xfrm>
            <a:off x="1738898" y="3270420"/>
            <a:ext cx="845078" cy="52885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13</a:t>
            </a:r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880976FE-400D-1024-7374-3DDFEDF2884F}"/>
              </a:ext>
            </a:extLst>
          </p:cNvPr>
          <p:cNvSpPr/>
          <p:nvPr/>
        </p:nvSpPr>
        <p:spPr>
          <a:xfrm>
            <a:off x="2703405" y="2470245"/>
            <a:ext cx="953047" cy="6687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14</a:t>
            </a:r>
          </a:p>
        </p:txBody>
      </p:sp>
      <p:sp>
        <p:nvSpPr>
          <p:cNvPr id="25" name="Seta: para Baixo 24">
            <a:extLst>
              <a:ext uri="{FF2B5EF4-FFF2-40B4-BE49-F238E27FC236}">
                <a16:creationId xmlns:a16="http://schemas.microsoft.com/office/drawing/2014/main" id="{98CE9F92-4602-D11D-B1FC-3AAA469CB2A6}"/>
              </a:ext>
            </a:extLst>
          </p:cNvPr>
          <p:cNvSpPr/>
          <p:nvPr/>
        </p:nvSpPr>
        <p:spPr>
          <a:xfrm>
            <a:off x="5792552" y="2054096"/>
            <a:ext cx="839686" cy="6687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15</a:t>
            </a:r>
          </a:p>
        </p:txBody>
      </p:sp>
      <p:sp>
        <p:nvSpPr>
          <p:cNvPr id="27" name="Seta: para Baixo 26">
            <a:extLst>
              <a:ext uri="{FF2B5EF4-FFF2-40B4-BE49-F238E27FC236}">
                <a16:creationId xmlns:a16="http://schemas.microsoft.com/office/drawing/2014/main" id="{A45EB673-38D4-3283-9740-055CD5E730D1}"/>
              </a:ext>
            </a:extLst>
          </p:cNvPr>
          <p:cNvSpPr/>
          <p:nvPr/>
        </p:nvSpPr>
        <p:spPr>
          <a:xfrm>
            <a:off x="4802533" y="2402115"/>
            <a:ext cx="913696" cy="641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16</a:t>
            </a:r>
          </a:p>
        </p:txBody>
      </p:sp>
      <p:sp>
        <p:nvSpPr>
          <p:cNvPr id="29" name="Seta: para Baixo 28">
            <a:extLst>
              <a:ext uri="{FF2B5EF4-FFF2-40B4-BE49-F238E27FC236}">
                <a16:creationId xmlns:a16="http://schemas.microsoft.com/office/drawing/2014/main" id="{4D609D4C-4AA0-8C73-E6EF-C1596AD75C24}"/>
              </a:ext>
            </a:extLst>
          </p:cNvPr>
          <p:cNvSpPr/>
          <p:nvPr/>
        </p:nvSpPr>
        <p:spPr>
          <a:xfrm>
            <a:off x="4558704" y="4096113"/>
            <a:ext cx="913696" cy="4367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17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3D3B05-F694-2D9C-7B70-07E73C7D39EC}"/>
              </a:ext>
            </a:extLst>
          </p:cNvPr>
          <p:cNvSpPr txBox="1"/>
          <p:nvPr/>
        </p:nvSpPr>
        <p:spPr>
          <a:xfrm>
            <a:off x="624578" y="850015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GERAR CIOT NO GW</a:t>
            </a:r>
          </a:p>
        </p:txBody>
      </p:sp>
    </p:spTree>
    <p:extLst>
      <p:ext uri="{BB962C8B-B14F-4D97-AF65-F5344CB8AC3E}">
        <p14:creationId xmlns:p14="http://schemas.microsoft.com/office/powerpoint/2010/main" val="4147831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03207-BF95-09DA-6B78-6867F363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3FBE743-084F-F4B9-56E4-0048FC515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7414496-C2ED-5EAC-8B73-6FE4E3300B47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947354D-EE8C-0438-25F6-38AD0B24E26B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PEDAGIO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6E2208C-162F-5293-C9B6-7D3C6BF68FB4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6F38950-FBED-B007-FA2F-5CE127D4A6D9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BCFDB9-E11D-396D-1C13-384820E7FD1D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5/6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8861C25-BA73-A2B8-D47A-F925AC87A0BF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514CF59-EAEF-AF5D-0C5A-EBE80645471B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C5F8076-0505-1E29-9415-A9F9BF865866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51F1794-8C4A-4548-0EB2-9E288736A146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F06151F-4C59-A4E2-8735-5C81DF5940FB}"/>
              </a:ext>
            </a:extLst>
          </p:cNvPr>
          <p:cNvSpPr/>
          <p:nvPr/>
        </p:nvSpPr>
        <p:spPr>
          <a:xfrm>
            <a:off x="14141" y="890546"/>
            <a:ext cx="12177859" cy="5292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60BCD9E-0AD3-B59E-FC3A-46F6F42383E2}"/>
              </a:ext>
            </a:extLst>
          </p:cNvPr>
          <p:cNvSpPr/>
          <p:nvPr/>
        </p:nvSpPr>
        <p:spPr>
          <a:xfrm>
            <a:off x="0" y="894202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07A88BB-D552-1B45-512C-5B0ADB8FC900}"/>
              </a:ext>
            </a:extLst>
          </p:cNvPr>
          <p:cNvSpPr/>
          <p:nvPr/>
        </p:nvSpPr>
        <p:spPr>
          <a:xfrm>
            <a:off x="10226721" y="886890"/>
            <a:ext cx="1951138" cy="529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18. Clicar no link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19. Gerar CIOT (demora um pouco para processar não pode sair da tela se não ele dá erro)</a:t>
            </a:r>
            <a:endParaRPr lang="pt-B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D95A30-D169-E028-1963-4A646A5B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010" y="1791420"/>
            <a:ext cx="6124575" cy="2752725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20EDF74-EF1C-221E-B129-1CEEDBC0BA0E}"/>
              </a:ext>
            </a:extLst>
          </p:cNvPr>
          <p:cNvSpPr/>
          <p:nvPr/>
        </p:nvSpPr>
        <p:spPr>
          <a:xfrm>
            <a:off x="1621511" y="1982235"/>
            <a:ext cx="944664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18</a:t>
            </a:r>
          </a:p>
        </p:txBody>
      </p:sp>
      <p:sp>
        <p:nvSpPr>
          <p:cNvPr id="20" name="Seta: para Cima 19">
            <a:extLst>
              <a:ext uri="{FF2B5EF4-FFF2-40B4-BE49-F238E27FC236}">
                <a16:creationId xmlns:a16="http://schemas.microsoft.com/office/drawing/2014/main" id="{FB151BEB-E702-9779-75AB-AB1E417F9772}"/>
              </a:ext>
            </a:extLst>
          </p:cNvPr>
          <p:cNvSpPr/>
          <p:nvPr/>
        </p:nvSpPr>
        <p:spPr>
          <a:xfrm>
            <a:off x="7402069" y="4332747"/>
            <a:ext cx="885373" cy="67519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19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5F35CE2-7902-9EE0-8081-024848422690}"/>
              </a:ext>
            </a:extLst>
          </p:cNvPr>
          <p:cNvSpPr txBox="1"/>
          <p:nvPr/>
        </p:nvSpPr>
        <p:spPr>
          <a:xfrm>
            <a:off x="583983" y="886890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GERAR CIOT NO GW</a:t>
            </a:r>
          </a:p>
        </p:txBody>
      </p:sp>
    </p:spTree>
    <p:extLst>
      <p:ext uri="{BB962C8B-B14F-4D97-AF65-F5344CB8AC3E}">
        <p14:creationId xmlns:p14="http://schemas.microsoft.com/office/powerpoint/2010/main" val="3432147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8237-24EF-8020-CF7E-7935D7FDC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80D891B-CF8A-5E53-A6C5-B567C86F5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F883D75-354F-0EE4-9AD6-B3B0B3F4C46B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B57DB1-AD05-C999-388A-A6FE18818BD5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PEDAGIO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23E450F-3B33-7B8B-84E2-1C3288AC9B68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IT-ADMLUFT- 005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A0B5836-F880-B3A2-C4B4-C2907A51A092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93058E1-8641-D623-0FC0-A69A9BD3EF45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6/6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7C11E99-59A3-D206-EA89-47BC4025AD47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</a:t>
            </a:r>
            <a:r>
              <a:rPr lang="pt-BR"/>
              <a:t>.:02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4CCF896-1CF7-0B95-8DD6-6DFB9C2BD1EE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6C39D20-9BD5-01D1-0D9C-FC00CD5761FC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78FCEEE-607C-81C5-369D-8DE0E0BE5F44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3A8733D-1888-48E1-F8C4-19C8054F49E9}"/>
              </a:ext>
            </a:extLst>
          </p:cNvPr>
          <p:cNvSpPr/>
          <p:nvPr/>
        </p:nvSpPr>
        <p:spPr>
          <a:xfrm>
            <a:off x="14141" y="890546"/>
            <a:ext cx="12177859" cy="52922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C06E857-8CB5-9291-D5E4-5CE1DF91A222}"/>
              </a:ext>
            </a:extLst>
          </p:cNvPr>
          <p:cNvSpPr/>
          <p:nvPr/>
        </p:nvSpPr>
        <p:spPr>
          <a:xfrm>
            <a:off x="0" y="894202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7F8AEAE-0B2C-2B7C-681E-2088EC67DF5C}"/>
              </a:ext>
            </a:extLst>
          </p:cNvPr>
          <p:cNvSpPr/>
          <p:nvPr/>
        </p:nvSpPr>
        <p:spPr>
          <a:xfrm>
            <a:off x="10226721" y="886890"/>
            <a:ext cx="1951138" cy="52959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20. Depois de gerado o pedagio aparece na coluna </a:t>
            </a:r>
            <a:r>
              <a:rPr lang="pt-BR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adiant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AutoNum type="arabicPeriod"/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21. E Status </a:t>
            </a:r>
            <a:r>
              <a:rPr lang="pt-BR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CF-e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muda para confirmado trazendo a numeração do CIOT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10BF15A-6A53-7D23-2FF7-BA8825AE7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0" y="1425744"/>
            <a:ext cx="10029303" cy="4019713"/>
          </a:xfrm>
          <a:prstGeom prst="rect">
            <a:avLst/>
          </a:prstGeom>
        </p:spPr>
      </p:pic>
      <p:sp>
        <p:nvSpPr>
          <p:cNvPr id="17" name="Seta: para Baixo 16">
            <a:extLst>
              <a:ext uri="{FF2B5EF4-FFF2-40B4-BE49-F238E27FC236}">
                <a16:creationId xmlns:a16="http://schemas.microsoft.com/office/drawing/2014/main" id="{619E9A8D-DF70-AC32-AB27-4669669453C3}"/>
              </a:ext>
            </a:extLst>
          </p:cNvPr>
          <p:cNvSpPr/>
          <p:nvPr/>
        </p:nvSpPr>
        <p:spPr>
          <a:xfrm>
            <a:off x="6156164" y="2606722"/>
            <a:ext cx="907147" cy="6960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20</a:t>
            </a:r>
          </a:p>
        </p:txBody>
      </p:sp>
      <p:sp>
        <p:nvSpPr>
          <p:cNvPr id="18" name="Seta: para Baixo 17">
            <a:extLst>
              <a:ext uri="{FF2B5EF4-FFF2-40B4-BE49-F238E27FC236}">
                <a16:creationId xmlns:a16="http://schemas.microsoft.com/office/drawing/2014/main" id="{E93C2677-8BC1-1DD9-D018-960E1420262F}"/>
              </a:ext>
            </a:extLst>
          </p:cNvPr>
          <p:cNvSpPr/>
          <p:nvPr/>
        </p:nvSpPr>
        <p:spPr>
          <a:xfrm>
            <a:off x="7704062" y="2606722"/>
            <a:ext cx="907147" cy="6960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6F620A-5B5F-DA22-7144-F98D1586068C}"/>
              </a:ext>
            </a:extLst>
          </p:cNvPr>
          <p:cNvSpPr txBox="1"/>
          <p:nvPr/>
        </p:nvSpPr>
        <p:spPr>
          <a:xfrm>
            <a:off x="573301" y="869918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GERAR CIOT NO GW</a:t>
            </a:r>
          </a:p>
        </p:txBody>
      </p:sp>
    </p:spTree>
    <p:extLst>
      <p:ext uri="{BB962C8B-B14F-4D97-AF65-F5344CB8AC3E}">
        <p14:creationId xmlns:p14="http://schemas.microsoft.com/office/powerpoint/2010/main" val="36924718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D5C38A-8870-483E-8AA9-A7A864C21D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034220-E45A-4DBD-83C9-7EC8B5FA6FC3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customXml/itemProps3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569</Words>
  <Application>Microsoft Office PowerPoint</Application>
  <PresentationFormat>Widescreen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19</cp:revision>
  <dcterms:created xsi:type="dcterms:W3CDTF">2023-01-25T18:17:22Z</dcterms:created>
  <dcterms:modified xsi:type="dcterms:W3CDTF">2025-06-05T19:32:22Z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69353800</vt:r8>
  </property>
  <property fmtid="{D5CDD505-2E9C-101B-9397-08002B2CF9AE}" pid="4" name="MediaServiceImageTags">
    <vt:lpwstr/>
  </property>
</Properties>
</file>