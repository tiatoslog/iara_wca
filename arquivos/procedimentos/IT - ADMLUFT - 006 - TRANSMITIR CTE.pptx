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81" r:id="rId5"/>
    <p:sldId id="277" r:id="rId6"/>
    <p:sldId id="280" r:id="rId7"/>
    <p:sldId id="279" r:id="rId8"/>
    <p:sldId id="27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D5D5DA-9F4F-4D0F-BFD5-1A7FACECFA75}" v="1" dt="2025-05-20T19:11:35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y Kelly Miranda da Costa Correa" userId="3132fc47-1712-48bc-8364-dd56cd431e4c" providerId="ADAL" clId="{A5D5D5DA-9F4F-4D0F-BFD5-1A7FACECFA75}"/>
    <pc:docChg chg="custSel delSld modSld">
      <pc:chgData name="Cristiany Kelly Miranda da Costa Correa" userId="3132fc47-1712-48bc-8364-dd56cd431e4c" providerId="ADAL" clId="{A5D5D5DA-9F4F-4D0F-BFD5-1A7FACECFA75}" dt="2025-05-20T19:11:39.461" v="85" actId="20577"/>
      <pc:docMkLst>
        <pc:docMk/>
      </pc:docMkLst>
      <pc:sldChg chg="modSp mod">
        <pc:chgData name="Cristiany Kelly Miranda da Costa Correa" userId="3132fc47-1712-48bc-8364-dd56cd431e4c" providerId="ADAL" clId="{A5D5D5DA-9F4F-4D0F-BFD5-1A7FACECFA75}" dt="2025-05-20T19:11:29.576" v="81" actId="20577"/>
        <pc:sldMkLst>
          <pc:docMk/>
          <pc:sldMk cId="1913275308" sldId="273"/>
        </pc:sldMkLst>
        <pc:spChg chg="mod">
          <ac:chgData name="Cristiany Kelly Miranda da Costa Correa" userId="3132fc47-1712-48bc-8364-dd56cd431e4c" providerId="ADAL" clId="{A5D5D5DA-9F4F-4D0F-BFD5-1A7FACECFA75}" dt="2025-05-20T19:10:34.035" v="58" actId="20577"/>
          <ac:spMkLst>
            <pc:docMk/>
            <pc:sldMk cId="1913275308" sldId="273"/>
            <ac:spMk id="3" creationId="{C8F51A4C-883F-9E79-8A09-87AB15E87377}"/>
          </ac:spMkLst>
        </pc:spChg>
        <pc:spChg chg="mod">
          <ac:chgData name="Cristiany Kelly Miranda da Costa Correa" userId="3132fc47-1712-48bc-8364-dd56cd431e4c" providerId="ADAL" clId="{A5D5D5DA-9F4F-4D0F-BFD5-1A7FACECFA75}" dt="2025-05-20T19:11:29.576" v="81" actId="20577"/>
          <ac:spMkLst>
            <pc:docMk/>
            <pc:sldMk cId="1913275308" sldId="273"/>
            <ac:spMk id="11" creationId="{40EFB402-7AB4-7A83-A790-AB890E004FB9}"/>
          </ac:spMkLst>
        </pc:spChg>
      </pc:sldChg>
      <pc:sldChg chg="addSp modSp mod">
        <pc:chgData name="Cristiany Kelly Miranda da Costa Correa" userId="3132fc47-1712-48bc-8364-dd56cd431e4c" providerId="ADAL" clId="{A5D5D5DA-9F4F-4D0F-BFD5-1A7FACECFA75}" dt="2025-05-20T19:11:39.461" v="85" actId="20577"/>
        <pc:sldMkLst>
          <pc:docMk/>
          <pc:sldMk cId="648366630" sldId="274"/>
        </pc:sldMkLst>
        <pc:spChg chg="add mod">
          <ac:chgData name="Cristiany Kelly Miranda da Costa Correa" userId="3132fc47-1712-48bc-8364-dd56cd431e4c" providerId="ADAL" clId="{A5D5D5DA-9F4F-4D0F-BFD5-1A7FACECFA75}" dt="2025-05-20T19:11:39.461" v="85" actId="20577"/>
          <ac:spMkLst>
            <pc:docMk/>
            <pc:sldMk cId="648366630" sldId="274"/>
            <ac:spMk id="3" creationId="{1B3549A0-B8E3-4D3E-7A29-FF931456E853}"/>
          </ac:spMkLst>
        </pc:spChg>
      </pc:sldChg>
      <pc:sldChg chg="modSp mod">
        <pc:chgData name="Cristiany Kelly Miranda da Costa Correa" userId="3132fc47-1712-48bc-8364-dd56cd431e4c" providerId="ADAL" clId="{A5D5D5DA-9F4F-4D0F-BFD5-1A7FACECFA75}" dt="2025-05-20T19:10:53.855" v="63" actId="20577"/>
        <pc:sldMkLst>
          <pc:docMk/>
          <pc:sldMk cId="3078458781" sldId="277"/>
        </pc:sldMkLst>
        <pc:spChg chg="mod">
          <ac:chgData name="Cristiany Kelly Miranda da Costa Correa" userId="3132fc47-1712-48bc-8364-dd56cd431e4c" providerId="ADAL" clId="{A5D5D5DA-9F4F-4D0F-BFD5-1A7FACECFA75}" dt="2025-05-20T19:10:48.454" v="59" actId="20577"/>
          <ac:spMkLst>
            <pc:docMk/>
            <pc:sldMk cId="3078458781" sldId="277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A5D5D5DA-9F4F-4D0F-BFD5-1A7FACECFA75}" dt="2025-05-20T19:10:51.633" v="61" actId="20577"/>
          <ac:spMkLst>
            <pc:docMk/>
            <pc:sldMk cId="3078458781" sldId="277"/>
            <ac:spMk id="11" creationId="{40EFB402-7AB4-7A83-A790-AB890E004FB9}"/>
          </ac:spMkLst>
        </pc:spChg>
        <pc:spChg chg="mod">
          <ac:chgData name="Cristiany Kelly Miranda da Costa Correa" userId="3132fc47-1712-48bc-8364-dd56cd431e4c" providerId="ADAL" clId="{A5D5D5DA-9F4F-4D0F-BFD5-1A7FACECFA75}" dt="2025-05-20T19:10:53.855" v="63" actId="20577"/>
          <ac:spMkLst>
            <pc:docMk/>
            <pc:sldMk cId="3078458781" sldId="277"/>
            <ac:spMk id="12" creationId="{874C29AD-5234-9049-CC86-852635AC1BB0}"/>
          </ac:spMkLst>
        </pc:spChg>
        <pc:spChg chg="mod">
          <ac:chgData name="Cristiany Kelly Miranda da Costa Correa" userId="3132fc47-1712-48bc-8364-dd56cd431e4c" providerId="ADAL" clId="{A5D5D5DA-9F4F-4D0F-BFD5-1A7FACECFA75}" dt="2025-05-13T11:45:32.055" v="55" actId="20577"/>
          <ac:spMkLst>
            <pc:docMk/>
            <pc:sldMk cId="3078458781" sldId="277"/>
            <ac:spMk id="27" creationId="{26310F93-A2AA-A476-0F35-2028DE853E40}"/>
          </ac:spMkLst>
        </pc:spChg>
      </pc:sldChg>
      <pc:sldChg chg="del">
        <pc:chgData name="Cristiany Kelly Miranda da Costa Correa" userId="3132fc47-1712-48bc-8364-dd56cd431e4c" providerId="ADAL" clId="{A5D5D5DA-9F4F-4D0F-BFD5-1A7FACECFA75}" dt="2025-05-20T19:09:44.250" v="56" actId="47"/>
        <pc:sldMkLst>
          <pc:docMk/>
          <pc:sldMk cId="2834430" sldId="278"/>
        </pc:sldMkLst>
      </pc:sldChg>
      <pc:sldChg chg="modSp mod">
        <pc:chgData name="Cristiany Kelly Miranda da Costa Correa" userId="3132fc47-1712-48bc-8364-dd56cd431e4c" providerId="ADAL" clId="{A5D5D5DA-9F4F-4D0F-BFD5-1A7FACECFA75}" dt="2025-05-20T19:11:20.050" v="77" actId="20577"/>
        <pc:sldMkLst>
          <pc:docMk/>
          <pc:sldMk cId="2796313366" sldId="279"/>
        </pc:sldMkLst>
        <pc:spChg chg="mod">
          <ac:chgData name="Cristiany Kelly Miranda da Costa Correa" userId="3132fc47-1712-48bc-8364-dd56cd431e4c" providerId="ADAL" clId="{A5D5D5DA-9F4F-4D0F-BFD5-1A7FACECFA75}" dt="2025-05-20T19:11:17.768" v="75" actId="20577"/>
          <ac:spMkLst>
            <pc:docMk/>
            <pc:sldMk cId="2796313366" sldId="279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A5D5D5DA-9F4F-4D0F-BFD5-1A7FACECFA75}" dt="2025-05-20T19:11:14.124" v="73" actId="20577"/>
          <ac:spMkLst>
            <pc:docMk/>
            <pc:sldMk cId="2796313366" sldId="279"/>
            <ac:spMk id="11" creationId="{40EFB402-7AB4-7A83-A790-AB890E004FB9}"/>
          </ac:spMkLst>
        </pc:spChg>
        <pc:spChg chg="mod">
          <ac:chgData name="Cristiany Kelly Miranda da Costa Correa" userId="3132fc47-1712-48bc-8364-dd56cd431e4c" providerId="ADAL" clId="{A5D5D5DA-9F4F-4D0F-BFD5-1A7FACECFA75}" dt="2025-05-20T19:11:20.050" v="77" actId="20577"/>
          <ac:spMkLst>
            <pc:docMk/>
            <pc:sldMk cId="2796313366" sldId="279"/>
            <ac:spMk id="12" creationId="{874C29AD-5234-9049-CC86-852635AC1BB0}"/>
          </ac:spMkLst>
        </pc:spChg>
      </pc:sldChg>
      <pc:sldChg chg="modSp mod">
        <pc:chgData name="Cristiany Kelly Miranda da Costa Correa" userId="3132fc47-1712-48bc-8364-dd56cd431e4c" providerId="ADAL" clId="{A5D5D5DA-9F4F-4D0F-BFD5-1A7FACECFA75}" dt="2025-05-20T19:11:08.252" v="71" actId="20577"/>
        <pc:sldMkLst>
          <pc:docMk/>
          <pc:sldMk cId="2824486056" sldId="280"/>
        </pc:sldMkLst>
        <pc:spChg chg="mod">
          <ac:chgData name="Cristiany Kelly Miranda da Costa Correa" userId="3132fc47-1712-48bc-8364-dd56cd431e4c" providerId="ADAL" clId="{A5D5D5DA-9F4F-4D0F-BFD5-1A7FACECFA75}" dt="2025-05-20T19:11:05.872" v="69" actId="20577"/>
          <ac:spMkLst>
            <pc:docMk/>
            <pc:sldMk cId="2824486056" sldId="280"/>
            <ac:spMk id="9" creationId="{D6129E44-F958-A180-05AA-787343DC44CA}"/>
          </ac:spMkLst>
        </pc:spChg>
        <pc:spChg chg="mod">
          <ac:chgData name="Cristiany Kelly Miranda da Costa Correa" userId="3132fc47-1712-48bc-8364-dd56cd431e4c" providerId="ADAL" clId="{A5D5D5DA-9F4F-4D0F-BFD5-1A7FACECFA75}" dt="2025-05-20T19:11:00.862" v="67" actId="20577"/>
          <ac:spMkLst>
            <pc:docMk/>
            <pc:sldMk cId="2824486056" sldId="280"/>
            <ac:spMk id="11" creationId="{1C8CFB76-5DC6-7947-C743-17F7B4F79EB0}"/>
          </ac:spMkLst>
        </pc:spChg>
        <pc:spChg chg="mod">
          <ac:chgData name="Cristiany Kelly Miranda da Costa Correa" userId="3132fc47-1712-48bc-8364-dd56cd431e4c" providerId="ADAL" clId="{A5D5D5DA-9F4F-4D0F-BFD5-1A7FACECFA75}" dt="2025-05-20T19:11:08.252" v="71" actId="20577"/>
          <ac:spMkLst>
            <pc:docMk/>
            <pc:sldMk cId="2824486056" sldId="280"/>
            <ac:spMk id="12" creationId="{69E1ED15-9F80-D6D2-AEEE-921828AF0C1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E4638-8D50-C066-9A6E-7EE913D73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AB6F61-F884-ECCF-6B1B-1BFCD80FF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ED62F9-4786-4794-0BCD-351CAAF1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9CA441-1068-5B9A-88CA-9AF055529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AF8439-079C-1503-235C-8E3D4A658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22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277C3-D8D0-8886-92E3-C70302248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8F0800-B337-AE3E-4CB2-8536DE2C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66E701-B3DF-5ACE-9475-B88B0650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2CCBE8-5EA3-61ED-1625-43927F7EB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379A6B-E2D1-4A06-C33C-1241C3956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0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1E8C0-FDEC-1866-BF7A-3064F4BE2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24ECF8-F149-C6BA-42BC-950BB6F89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84F3B3-E8A7-27E1-0E2F-B76F1813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7956D9-E5CE-5A70-862C-CD3CE192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E16BD0-BB7F-78E4-A10A-159F4F643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637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8AE5C-18F0-F5D8-C0A3-F1328C59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CCFD93-8294-5B9E-B5BF-15F20925F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72ECA4-B058-5B32-2642-6A0BEBCB9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F7443F-1D4F-7D10-5545-FB4EA4E9A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53371F-700B-1BF7-6BF6-4E1D2A3A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3816C2-D13B-B03E-C288-03E89EF9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130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61622-A956-3241-E83B-E2C992B2F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CC652-C833-F5CD-16D3-8E82D2BEE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14320C-03DC-7F00-8CA7-200FAA1D3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6DBB8F1-4C21-E4A9-EE8A-4BC820BEA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AEF259F-9D42-7A28-51C0-0ADA28399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54F5A67-E93C-8767-3977-3951B4BD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5672DD-73F4-28EA-BF98-04603A573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09F5C7B-B918-6555-A09C-7C8DD2AA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57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8F73B-1AE5-BEA6-F657-CF19BE45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D29E0A-44EC-0545-5522-855D41BA1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536EA1-0DA0-A4B9-B31F-66D99955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86C010-EB45-8FC0-7D85-F6BD4036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7744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0BE4FD-22E5-45F1-C6B3-2FD3215C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D1A37DF-FF3C-FCE2-4988-B0C69AAD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849325-DA7E-3D8E-36F4-9358F378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016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C44D5-B098-42B3-2675-6E98F5D81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B56467-8410-C60B-251F-E8F601CFD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51ADC2-5CCD-8CBC-A228-F968EEFDB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3BE5955-11C1-B69F-6FEB-225ADC3E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75E7DA-F8CF-1FAC-81B0-7CD5C39BF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9C03BA-9922-A72A-942B-BBAAF9F0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849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D33AF-D791-7CBD-DA1F-9C799127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8F2E2F-E3A6-BB52-284B-63FAC4BDF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6FA552-F5D1-FBA1-8A8F-3EC36A7B2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BE16C6-17EF-3F18-2A83-5E40461F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8F6326-0BF6-3491-6DBE-873DFF4E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AC0A30-BB46-8AC3-7F0B-151E9908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977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860A1-4C21-DC47-5BD0-D6C1F799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BF6696-AA62-3C31-0761-71B5A6187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E0664E-8871-FD8D-4F3D-53A1A8A03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BAEA73-4162-73B8-EAA6-7DD1C367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050FB3-858A-1321-2DEC-663D4E6A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35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FFE2CC-BFE4-1688-D1FE-74471E826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DCB19D-5BEF-EFD7-A6BE-6F2821DDB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E7D69-0D10-92FB-DD3C-4EC35BB4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B883BA-0E3C-25EC-DBE5-699CF57D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491C7D-9A28-3F7C-FD14-56D6F791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585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D04AFD9-79E0-0598-AA77-D35183D5B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2FE8D4-FD53-F50B-59A0-3373D609C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57D027-6F78-9124-F129-0354F526E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1028A-0DC0-4457-8ABE-4C7287602118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502E85-1FEC-FD77-4D57-FBB36CD80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570F60-1DB2-4E1F-EFF9-5F6C3FBB0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A6427-A104-4214-9D8C-3A9B21536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352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E3180-9ED1-6027-3CF3-6D78B9D3A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08E2122-DAD4-81D6-989E-2A7346E02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4A11CBD-0AF7-3FAD-D262-3340F67A3282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4A80D0B-0094-28EE-2F32-BA7E09824B26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CTE OU MINUTA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385324-22B4-29C1-F2CD-1274126ADB58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60DF5DB-75F5-8DFC-0F79-9E2C65262B7E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D364A09-4B11-8377-D6FD-9E4580D693CF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1/5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81E6E51-BB3B-AC4D-FDD5-DEAB865476B6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A454743-3D26-27FF-DF02-EB6AAAE6707E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40E9D10-85C8-796B-229C-7F3DCF689A6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32BB14-6D78-275A-172B-652ADF75D289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4B9DED6-1A7E-4B0F-CC27-4E01242F0635}"/>
              </a:ext>
            </a:extLst>
          </p:cNvPr>
          <p:cNvSpPr/>
          <p:nvPr/>
        </p:nvSpPr>
        <p:spPr>
          <a:xfrm>
            <a:off x="-1" y="890546"/>
            <a:ext cx="10181231" cy="5283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8CC1036-AA06-CB39-54CC-70ACFA8B899E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02B55E2-06D6-86A4-917D-561027041311}"/>
              </a:ext>
            </a:extLst>
          </p:cNvPr>
          <p:cNvSpPr txBox="1"/>
          <p:nvPr/>
        </p:nvSpPr>
        <p:spPr>
          <a:xfrm>
            <a:off x="579928" y="910396"/>
            <a:ext cx="675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TRANSMITIR O CTE PARA SEFAZ - ALTERAÇÃO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8604F15-6A6D-F681-F11A-9184F70B4905}"/>
              </a:ext>
            </a:extLst>
          </p:cNvPr>
          <p:cNvSpPr/>
          <p:nvPr/>
        </p:nvSpPr>
        <p:spPr>
          <a:xfrm>
            <a:off x="10181231" y="910397"/>
            <a:ext cx="2001030" cy="528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Arial" panose="020B0604020202020204" pitchFamily="34" charset="0"/>
              </a:rPr>
              <a:t>Lançamentos;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 startAt="2"/>
            </a:pPr>
            <a:r>
              <a:rPr lang="pt-BR" sz="1400" dirty="0">
                <a:latin typeface="Calibri" panose="020F0502020204030204" pitchFamily="34" charset="0"/>
                <a:cs typeface="Arial" panose="020B0604020202020204" pitchFamily="34" charset="0"/>
              </a:rPr>
              <a:t>Conhecimentos;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86189B-F5DD-DB03-A6BC-A84B0ABA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1304146"/>
            <a:ext cx="3958098" cy="3266123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E0020153-AA5B-2BE6-1E6F-CFB009929476}"/>
              </a:ext>
            </a:extLst>
          </p:cNvPr>
          <p:cNvSpPr/>
          <p:nvPr/>
        </p:nvSpPr>
        <p:spPr>
          <a:xfrm>
            <a:off x="3151432" y="1429400"/>
            <a:ext cx="440835" cy="518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2E67B3AF-E15E-E990-2A99-0108E95F66DF}"/>
              </a:ext>
            </a:extLst>
          </p:cNvPr>
          <p:cNvSpPr/>
          <p:nvPr/>
        </p:nvSpPr>
        <p:spPr>
          <a:xfrm>
            <a:off x="3321400" y="3934761"/>
            <a:ext cx="541734" cy="5100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398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CTE OU MINUTA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2/5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0181231" cy="5283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675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TRANSMITIR O CTE PARA SEFAZ - ALTERAÇÃO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6310F93-A2AA-A476-0F35-2028DE853E40}"/>
              </a:ext>
            </a:extLst>
          </p:cNvPr>
          <p:cNvSpPr/>
          <p:nvPr/>
        </p:nvSpPr>
        <p:spPr>
          <a:xfrm>
            <a:off x="10181231" y="910397"/>
            <a:ext cx="2001030" cy="528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 startAt="2"/>
            </a:pPr>
            <a:r>
              <a:rPr lang="pt-BR" sz="1400" dirty="0">
                <a:latin typeface="Calibri" panose="020F0502020204030204" pitchFamily="34" charset="0"/>
                <a:cs typeface="Arial" panose="020B0604020202020204" pitchFamily="34" charset="0"/>
              </a:rPr>
              <a:t>Visualiza CTES;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5FAC826A-CAB9-94D1-4033-0E7D62637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28" y="2110616"/>
            <a:ext cx="9090084" cy="3232342"/>
          </a:xfrm>
          <a:prstGeom prst="rect">
            <a:avLst/>
          </a:prstGeom>
        </p:spPr>
      </p:pic>
      <p:sp>
        <p:nvSpPr>
          <p:cNvPr id="20" name="Seta: para Baixo 19">
            <a:extLst>
              <a:ext uri="{FF2B5EF4-FFF2-40B4-BE49-F238E27FC236}">
                <a16:creationId xmlns:a16="http://schemas.microsoft.com/office/drawing/2014/main" id="{D30ABACB-7D00-1D17-1E7B-DCC6534E6228}"/>
              </a:ext>
            </a:extLst>
          </p:cNvPr>
          <p:cNvSpPr/>
          <p:nvPr/>
        </p:nvSpPr>
        <p:spPr>
          <a:xfrm>
            <a:off x="8686801" y="2311263"/>
            <a:ext cx="516835" cy="5333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78458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036BB-DDA2-9151-F9CB-F28D96A2B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D58288B3-AB96-6184-E355-77EEADB6C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3F6C0EEA-F5CF-DC0A-ADE6-52FB0E801B21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7FC39CB-8D39-3F3C-CC84-1E0A2FA8C661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CTE OU MINUTA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6129E44-F958-A180-05AA-787343DC44CA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16D3D3D-1881-20C6-5B2B-3D70F8E3CAB5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C8CFB76-5DC6-7947-C743-17F7B4F79EB0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3/5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9E1ED15-9F80-D6D2-AEEE-921828AF0C1B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A27BDD5-6479-B793-885C-79457584383D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91E8112-2134-8B35-4DFA-E3DE9FABB4C1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12EC290-AED8-EBFC-BBB3-3C6013020EB1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5D56382-BBA1-784A-A652-1A477192A26C}"/>
              </a:ext>
            </a:extLst>
          </p:cNvPr>
          <p:cNvSpPr/>
          <p:nvPr/>
        </p:nvSpPr>
        <p:spPr>
          <a:xfrm>
            <a:off x="-1" y="890546"/>
            <a:ext cx="10181231" cy="5283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8AEC131-7E25-CE85-3779-698A19A8CE76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D4A1F05-B5D4-B176-A218-55CDDD7A586E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TRANSMITIR O CTE PARA SEFAZ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734B131-2A52-ECCC-2F6C-EFC46E2CF0C4}"/>
              </a:ext>
            </a:extLst>
          </p:cNvPr>
          <p:cNvSpPr/>
          <p:nvPr/>
        </p:nvSpPr>
        <p:spPr>
          <a:xfrm>
            <a:off x="10181231" y="910397"/>
            <a:ext cx="2001030" cy="528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cs typeface="Arial" panose="020B0604020202020204" pitchFamily="34" charset="0"/>
              </a:rPr>
              <a:t>4. Pesquisar com Status pendente;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cs typeface="Arial" panose="020B0604020202020204" pitchFamily="34" charset="0"/>
              </a:rPr>
              <a:t>5. Clica em pesquisa;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cs typeface="Arial" panose="020B0604020202020204" pitchFamily="34" charset="0"/>
              </a:rPr>
              <a:t>6. Seleciona o CTE;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cs typeface="Arial" panose="020B0604020202020204" pitchFamily="34" charset="0"/>
              </a:rPr>
              <a:t>7. Enviar CTE selecionado para SEFAZ.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 startAt="2"/>
            </a:pPr>
            <a:endParaRPr lang="pt-BR" sz="12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58378FC2-BCF9-EFB9-DE8B-DE8FC443E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95" y="1395391"/>
            <a:ext cx="2701388" cy="1861974"/>
          </a:xfrm>
          <a:prstGeom prst="rect">
            <a:avLst/>
          </a:prstGeom>
        </p:spPr>
      </p:pic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702720CE-89EF-B441-567E-60B549145DEE}"/>
              </a:ext>
            </a:extLst>
          </p:cNvPr>
          <p:cNvSpPr/>
          <p:nvPr/>
        </p:nvSpPr>
        <p:spPr>
          <a:xfrm>
            <a:off x="1124620" y="2139749"/>
            <a:ext cx="692739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CA9D3A49-A2C3-6EEC-F413-3A42B1DA2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791" y="1498571"/>
            <a:ext cx="5222952" cy="1039192"/>
          </a:xfrm>
          <a:prstGeom prst="rect">
            <a:avLst/>
          </a:prstGeom>
        </p:spPr>
      </p:pic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1705A06B-1B61-5F94-D290-FAD807518584}"/>
              </a:ext>
            </a:extLst>
          </p:cNvPr>
          <p:cNvSpPr/>
          <p:nvPr/>
        </p:nvSpPr>
        <p:spPr>
          <a:xfrm>
            <a:off x="6433468" y="1931435"/>
            <a:ext cx="692739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DBE3F98A-30AE-4959-C183-F8FF2135F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9759" y="3116063"/>
            <a:ext cx="4998475" cy="1370238"/>
          </a:xfrm>
          <a:prstGeom prst="rect">
            <a:avLst/>
          </a:prstGeom>
        </p:spPr>
      </p:pic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078625FE-966E-BFBE-B91D-F3F10729D822}"/>
              </a:ext>
            </a:extLst>
          </p:cNvPr>
          <p:cNvSpPr/>
          <p:nvPr/>
        </p:nvSpPr>
        <p:spPr>
          <a:xfrm>
            <a:off x="4061791" y="3542121"/>
            <a:ext cx="692739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7AEC5F17-3DCB-44C0-C9DF-3295095A34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305" y="5197507"/>
            <a:ext cx="3048000" cy="714375"/>
          </a:xfrm>
          <a:prstGeom prst="rect">
            <a:avLst/>
          </a:prstGeom>
        </p:spPr>
      </p:pic>
      <p:sp>
        <p:nvSpPr>
          <p:cNvPr id="38" name="Seta: para a Direita 37">
            <a:extLst>
              <a:ext uri="{FF2B5EF4-FFF2-40B4-BE49-F238E27FC236}">
                <a16:creationId xmlns:a16="http://schemas.microsoft.com/office/drawing/2014/main" id="{E8275BC0-ADC7-A1A5-9566-7CB708E0E60E}"/>
              </a:ext>
            </a:extLst>
          </p:cNvPr>
          <p:cNvSpPr/>
          <p:nvPr/>
        </p:nvSpPr>
        <p:spPr>
          <a:xfrm>
            <a:off x="5834518" y="5302134"/>
            <a:ext cx="692739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24486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CTE OU MINUTA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8" y="329895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4/5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0181231" cy="5283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24843" y="869531"/>
            <a:ext cx="59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VISUALIZAR E IMPRIMIR CTE 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6310F93-A2AA-A476-0F35-2028DE853E40}"/>
              </a:ext>
            </a:extLst>
          </p:cNvPr>
          <p:cNvSpPr/>
          <p:nvPr/>
        </p:nvSpPr>
        <p:spPr>
          <a:xfrm>
            <a:off x="10181230" y="911561"/>
            <a:ext cx="2001030" cy="528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600" dirty="0"/>
              <a:t>Lançamentos;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600" dirty="0"/>
              <a:t>Conhecimentos;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600" dirty="0"/>
              <a:t>Visualizar </a:t>
            </a:r>
            <a:r>
              <a:rPr lang="pt-BR" sz="1600" dirty="0" err="1"/>
              <a:t>CTEs</a:t>
            </a:r>
            <a:r>
              <a:rPr lang="pt-BR" sz="1600" dirty="0"/>
              <a:t>;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600" dirty="0"/>
              <a:t>Colocar Data Emissão;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600" dirty="0"/>
              <a:t>Selecionar confirmados;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600" dirty="0"/>
              <a:t> clica no PDF do CTE desejado;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600" dirty="0"/>
              <a:t>Imprimir CTE.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5FE32BE-641A-8F54-FEFA-D34293521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21" y="1538071"/>
            <a:ext cx="3619500" cy="2562225"/>
          </a:xfrm>
          <a:prstGeom prst="rect">
            <a:avLst/>
          </a:prstGeom>
        </p:spPr>
      </p:pic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2728E87F-42D1-8A17-E3DB-E601A39679B5}"/>
              </a:ext>
            </a:extLst>
          </p:cNvPr>
          <p:cNvSpPr/>
          <p:nvPr/>
        </p:nvSpPr>
        <p:spPr>
          <a:xfrm>
            <a:off x="569842" y="2076925"/>
            <a:ext cx="901148" cy="493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F232B262-5D5A-21A7-26DE-4735570603B0}"/>
              </a:ext>
            </a:extLst>
          </p:cNvPr>
          <p:cNvSpPr/>
          <p:nvPr/>
        </p:nvSpPr>
        <p:spPr>
          <a:xfrm>
            <a:off x="569842" y="3627314"/>
            <a:ext cx="901148" cy="493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99AE1121-D246-FF8B-B28F-5EB4DE1DB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10" y="4557267"/>
            <a:ext cx="3657600" cy="1301675"/>
          </a:xfrm>
          <a:prstGeom prst="rect">
            <a:avLst/>
          </a:prstGeom>
        </p:spPr>
      </p:pic>
      <p:sp>
        <p:nvSpPr>
          <p:cNvPr id="28" name="Seta: para Baixo 27">
            <a:extLst>
              <a:ext uri="{FF2B5EF4-FFF2-40B4-BE49-F238E27FC236}">
                <a16:creationId xmlns:a16="http://schemas.microsoft.com/office/drawing/2014/main" id="{3101EA43-0CE7-774E-13BE-A40678EEBE57}"/>
              </a:ext>
            </a:extLst>
          </p:cNvPr>
          <p:cNvSpPr/>
          <p:nvPr/>
        </p:nvSpPr>
        <p:spPr>
          <a:xfrm>
            <a:off x="2809461" y="4475726"/>
            <a:ext cx="609600" cy="7058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B1370024-5CB5-6715-F7C1-CAD338319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0428" y="952283"/>
            <a:ext cx="5983458" cy="1866900"/>
          </a:xfrm>
          <a:prstGeom prst="rect">
            <a:avLst/>
          </a:prstGeom>
        </p:spPr>
      </p:pic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AD974EAF-AE5E-E12B-0DFE-CE0684EA55F1}"/>
              </a:ext>
            </a:extLst>
          </p:cNvPr>
          <p:cNvSpPr/>
          <p:nvPr/>
        </p:nvSpPr>
        <p:spPr>
          <a:xfrm>
            <a:off x="3904421" y="1538071"/>
            <a:ext cx="49530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32" name="Seta: para a Direita 31">
            <a:extLst>
              <a:ext uri="{FF2B5EF4-FFF2-40B4-BE49-F238E27FC236}">
                <a16:creationId xmlns:a16="http://schemas.microsoft.com/office/drawing/2014/main" id="{A67784BC-B113-66EC-1E29-69E7650BDACE}"/>
              </a:ext>
            </a:extLst>
          </p:cNvPr>
          <p:cNvSpPr/>
          <p:nvPr/>
        </p:nvSpPr>
        <p:spPr>
          <a:xfrm>
            <a:off x="8697568" y="1954591"/>
            <a:ext cx="49530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31D70C4D-00C2-2730-27DC-9633FAD09F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9552" y="2988705"/>
            <a:ext cx="1762125" cy="1228725"/>
          </a:xfrm>
          <a:prstGeom prst="rect">
            <a:avLst/>
          </a:prstGeom>
        </p:spPr>
      </p:pic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EE33C95B-D328-7A3A-F6A4-F495874DBDCA}"/>
              </a:ext>
            </a:extLst>
          </p:cNvPr>
          <p:cNvSpPr/>
          <p:nvPr/>
        </p:nvSpPr>
        <p:spPr>
          <a:xfrm>
            <a:off x="4088589" y="2988705"/>
            <a:ext cx="49530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50E6A1A4-3880-7C35-2420-32F0F55C1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9085" y="2824630"/>
            <a:ext cx="3944801" cy="3134553"/>
          </a:xfrm>
          <a:prstGeom prst="rect">
            <a:avLst/>
          </a:prstGeom>
        </p:spPr>
      </p:pic>
      <p:sp>
        <p:nvSpPr>
          <p:cNvPr id="38" name="Seta: para a Direita 37">
            <a:extLst>
              <a:ext uri="{FF2B5EF4-FFF2-40B4-BE49-F238E27FC236}">
                <a16:creationId xmlns:a16="http://schemas.microsoft.com/office/drawing/2014/main" id="{99642BEB-26BF-C92D-0F43-EF498DEA4EAB}"/>
              </a:ext>
            </a:extLst>
          </p:cNvPr>
          <p:cNvSpPr/>
          <p:nvPr/>
        </p:nvSpPr>
        <p:spPr>
          <a:xfrm>
            <a:off x="9320935" y="3233735"/>
            <a:ext cx="49530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96313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8F51A4C-883F-9E79-8A09-87AB15E87377}"/>
              </a:ext>
            </a:extLst>
          </p:cNvPr>
          <p:cNvSpPr/>
          <p:nvPr/>
        </p:nvSpPr>
        <p:spPr>
          <a:xfrm>
            <a:off x="-1" y="890546"/>
            <a:ext cx="12177859" cy="52605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>
              <a:lnSpc>
                <a:spcPct val="115000"/>
              </a:lnSpc>
              <a:spcAft>
                <a:spcPts val="1000"/>
              </a:spcAft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Emitimos CTE sempre antes para quem carrega antes das 07:30 e MT e interestadual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Manifesto e o contrato Geram automaticamente – Logo após a emissão do CTE ou da Minuta já gerar o CIOT/ e mudar a data do manifesto para data da viagem;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 que desobriga usar a nota – ultiza-se a SST / registro de envio de embalagens/ (único que utiza nota é sorriso).</a:t>
            </a:r>
          </a:p>
          <a:p>
            <a:pPr lvl="0" algn="just">
              <a:lnSpc>
                <a:spcPct val="115000"/>
              </a:lnSpc>
              <a:spcAft>
                <a:spcPts val="1000"/>
              </a:spcAft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CTE OU MINUTA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5/5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D6A6D8C-56DE-1DDA-E4B2-66B0442A04AE}"/>
              </a:ext>
            </a:extLst>
          </p:cNvPr>
          <p:cNvSpPr/>
          <p:nvPr/>
        </p:nvSpPr>
        <p:spPr>
          <a:xfrm>
            <a:off x="14142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BE6B4B7-7E33-B6DB-450D-C2266B04B3A2}"/>
              </a:ext>
            </a:extLst>
          </p:cNvPr>
          <p:cNvSpPr txBox="1"/>
          <p:nvPr/>
        </p:nvSpPr>
        <p:spPr>
          <a:xfrm>
            <a:off x="573301" y="922279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PARTICULARIDADES E OBSERVAÇÕES</a:t>
            </a:r>
          </a:p>
        </p:txBody>
      </p:sp>
    </p:spTree>
    <p:extLst>
      <p:ext uri="{BB962C8B-B14F-4D97-AF65-F5344CB8AC3E}">
        <p14:creationId xmlns:p14="http://schemas.microsoft.com/office/powerpoint/2010/main" val="19132753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DB180FCD2F494186C557735057AF7F" ma:contentTypeVersion="14" ma:contentTypeDescription="Crie um novo documento." ma:contentTypeScope="" ma:versionID="61f9bbab5f3441a6131a45eadad2617d">
  <xsd:schema xmlns:xsd="http://www.w3.org/2001/XMLSchema" xmlns:xs="http://www.w3.org/2001/XMLSchema" xmlns:p="http://schemas.microsoft.com/office/2006/metadata/properties" xmlns:ns2="85de1a13-73a4-4b99-ac2b-bff0a0f3fab1" xmlns:ns3="3f17fce2-2bce-47d9-967a-ecfc96fbdd1f" targetNamespace="http://schemas.microsoft.com/office/2006/metadata/properties" ma:root="true" ma:fieldsID="985524f2bf1cb80cd1ec623e0679b044" ns2:_="" ns3:_="">
    <xsd:import namespace="85de1a13-73a4-4b99-ac2b-bff0a0f3fab1"/>
    <xsd:import namespace="3f17fce2-2bce-47d9-967a-ecfc96fb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1a13-73a4-4b99-ac2b-bff0a0f3f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9730f6f2-2892-4af4-8f63-8ef6972b1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7fce2-2bce-47d9-967a-ecfc96fbdd1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3cfd61-1b5f-4f26-94ba-aca482fc542e}" ma:internalName="TaxCatchAll" ma:showField="CatchAllData" ma:web="3f17fce2-2bce-47d9-967a-ecfc96fbdd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17fce2-2bce-47d9-967a-ecfc96fbdd1f" xsi:nil="true"/>
    <lcf76f155ced4ddcb4097134ff3c332f xmlns="85de1a13-73a4-4b99-ac2b-bff0a0f3fab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30C44E-27C6-4BC4-B7CE-B36CD1DACA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de1a13-73a4-4b99-ac2b-bff0a0f3fab1"/>
    <ds:schemaRef ds:uri="3f17fce2-2bce-47d9-967a-ecfc96fbdd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D9F68A-E61F-4BB4-9F5A-DBE3765930AD}">
  <ds:schemaRefs>
    <ds:schemaRef ds:uri="http://schemas.microsoft.com/office/2006/metadata/properties"/>
    <ds:schemaRef ds:uri="http://schemas.microsoft.com/office/infopath/2007/PartnerControls"/>
    <ds:schemaRef ds:uri="3f17fce2-2bce-47d9-967a-ecfc96fbdd1f"/>
    <ds:schemaRef ds:uri="85de1a13-73a4-4b99-ac2b-bff0a0f3fab1"/>
  </ds:schemaRefs>
</ds:datastoreItem>
</file>

<file path=customXml/itemProps3.xml><?xml version="1.0" encoding="utf-8"?>
<ds:datastoreItem xmlns:ds="http://schemas.openxmlformats.org/officeDocument/2006/customXml" ds:itemID="{DC555CE2-0F8C-4F4E-815B-F2DD342185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336</Words>
  <Application>Microsoft Office PowerPoint</Application>
  <PresentationFormat>Widescreen</PresentationFormat>
  <Paragraphs>87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Cristiany Kelly Miranda da Costa Correa</dc:creator>
  <cp:lastModifiedBy>Cristiany Kelly Miranda da Costa Correa</cp:lastModifiedBy>
  <cp:revision>5</cp:revision>
  <dcterms:created xsi:type="dcterms:W3CDTF">2025-05-07T16:05:04Z</dcterms:created>
  <dcterms:modified xsi:type="dcterms:W3CDTF">2025-06-05T19:39:51Z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0x0101008FDB180FCD2F494186C557735057AF7F</vt:lpwstr>
  </property>
  <property fmtid="{D5CDD505-2E9C-101B-9397-08002B2CF9AE}" pid="3" name="MediaServiceImageTags">
    <vt:lpwstr/>
  </property>
</Properties>
</file>