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77" r:id="rId6"/>
    <p:sldId id="278" r:id="rId7"/>
    <p:sldId id="275" r:id="rId8"/>
    <p:sldId id="279" r:id="rId9"/>
    <p:sldId id="27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F0B02348-0F90-4B99-9AB5-E9BE651EC6E5}"/>
    <pc:docChg chg="modSld">
      <pc:chgData name="Cristiany Kelly Miranda da Costa Correa" userId="3132fc47-1712-48bc-8364-dd56cd431e4c" providerId="ADAL" clId="{F0B02348-0F90-4B99-9AB5-E9BE651EC6E5}" dt="2025-05-20T18:48:42.242" v="5" actId="20577"/>
      <pc:docMkLst>
        <pc:docMk/>
      </pc:docMkLst>
      <pc:sldChg chg="modSp mod">
        <pc:chgData name="Cristiany Kelly Miranda da Costa Correa" userId="3132fc47-1712-48bc-8364-dd56cd431e4c" providerId="ADAL" clId="{F0B02348-0F90-4B99-9AB5-E9BE651EC6E5}" dt="2025-05-20T18:48:33.927" v="1" actId="20577"/>
        <pc:sldMkLst>
          <pc:docMk/>
          <pc:sldMk cId="3043632590" sldId="272"/>
        </pc:sldMkLst>
        <pc:spChg chg="mod">
          <ac:chgData name="Cristiany Kelly Miranda da Costa Correa" userId="3132fc47-1712-48bc-8364-dd56cd431e4c" providerId="ADAL" clId="{F0B02348-0F90-4B99-9AB5-E9BE651EC6E5}" dt="2025-05-20T18:48:33.927" v="1" actId="20577"/>
          <ac:spMkLst>
            <pc:docMk/>
            <pc:sldMk cId="3043632590" sldId="272"/>
            <ac:spMk id="12" creationId="{874C29AD-5234-9049-CC86-852635AC1BB0}"/>
          </ac:spMkLst>
        </pc:spChg>
      </pc:sldChg>
      <pc:sldChg chg="modSp mod">
        <pc:chgData name="Cristiany Kelly Miranda da Costa Correa" userId="3132fc47-1712-48bc-8364-dd56cd431e4c" providerId="ADAL" clId="{F0B02348-0F90-4B99-9AB5-E9BE651EC6E5}" dt="2025-05-20T18:48:38.346" v="3" actId="20577"/>
        <pc:sldMkLst>
          <pc:docMk/>
          <pc:sldMk cId="1622163461" sldId="275"/>
        </pc:sldMkLst>
        <pc:spChg chg="mod">
          <ac:chgData name="Cristiany Kelly Miranda da Costa Correa" userId="3132fc47-1712-48bc-8364-dd56cd431e4c" providerId="ADAL" clId="{F0B02348-0F90-4B99-9AB5-E9BE651EC6E5}" dt="2025-05-20T18:48:38.346" v="3" actId="20577"/>
          <ac:spMkLst>
            <pc:docMk/>
            <pc:sldMk cId="1622163461" sldId="275"/>
            <ac:spMk id="12" creationId="{874C29AD-5234-9049-CC86-852635AC1BB0}"/>
          </ac:spMkLst>
        </pc:spChg>
      </pc:sldChg>
      <pc:sldChg chg="modSp mod">
        <pc:chgData name="Cristiany Kelly Miranda da Costa Correa" userId="3132fc47-1712-48bc-8364-dd56cd431e4c" providerId="ADAL" clId="{F0B02348-0F90-4B99-9AB5-E9BE651EC6E5}" dt="2025-05-20T18:48:42.242" v="5" actId="20577"/>
        <pc:sldMkLst>
          <pc:docMk/>
          <pc:sldMk cId="221142969" sldId="276"/>
        </pc:sldMkLst>
        <pc:spChg chg="mod">
          <ac:chgData name="Cristiany Kelly Miranda da Costa Correa" userId="3132fc47-1712-48bc-8364-dd56cd431e4c" providerId="ADAL" clId="{F0B02348-0F90-4B99-9AB5-E9BE651EC6E5}" dt="2025-05-20T18:48:42.242" v="5" actId="20577"/>
          <ac:spMkLst>
            <pc:docMk/>
            <pc:sldMk cId="221142969" sldId="276"/>
            <ac:spMk id="12" creationId="{874C29AD-5234-9049-CC86-852635AC1B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77859" cy="52717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211595" y="889858"/>
            <a:ext cx="1966264" cy="5272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 dia antes da viagem emitimos 100% das minutas de viagem.</a:t>
            </a:r>
          </a:p>
          <a:p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dia da viagem alteramos a data da minuta para a data do dia e transformamos o documento em 1 (CTE) e enviamos para </a:t>
            </a:r>
            <a:r>
              <a:rPr lang="pt-BR" sz="14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sefaz</a:t>
            </a: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 alguns casos enviamos o CTE no dia anterior da viagem (consultar exceções) </a:t>
            </a:r>
          </a:p>
          <a:p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sistema GW Clicamos em lançamentos;</a:t>
            </a:r>
          </a:p>
          <a:p>
            <a:pPr marL="342900" indent="-342900">
              <a:buAutoNum type="arabicPeriod"/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Conhecimentos</a:t>
            </a:r>
          </a:p>
          <a:p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8C50B44D-0173-BDB1-CA9D-8814A85ED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10" y="1429399"/>
            <a:ext cx="6188817" cy="4673811"/>
          </a:xfrm>
          <a:prstGeom prst="rect">
            <a:avLst/>
          </a:prstGeom>
        </p:spPr>
      </p:pic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6DB0809D-F5B5-0BD6-A773-E86115DE265B}"/>
              </a:ext>
            </a:extLst>
          </p:cNvPr>
          <p:cNvSpPr/>
          <p:nvPr/>
        </p:nvSpPr>
        <p:spPr>
          <a:xfrm>
            <a:off x="2983266" y="2238961"/>
            <a:ext cx="86550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B390D949-7F73-58B6-1BF2-B769DE1F8B8D}"/>
              </a:ext>
            </a:extLst>
          </p:cNvPr>
          <p:cNvSpPr/>
          <p:nvPr/>
        </p:nvSpPr>
        <p:spPr>
          <a:xfrm>
            <a:off x="3180414" y="3738283"/>
            <a:ext cx="865506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363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2C8F-14A7-1961-36FC-3DB26C0F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A3B38D1-619D-B381-49A6-AAD970E29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5E4DE95-E228-553E-0466-44EAE6A49CA3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2330FF-389E-8516-6CBC-19A47F241F57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9035DEB-D74B-651E-8820-971BBDC0065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50AA09-9AC8-0A8C-FCA3-343156969C9C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208C8AD-EBFE-931D-4A97-99DE5DB301A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4412AA-6759-C7B1-DA34-1ED018E1131C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CB86FC-4238-CEE4-AE48-EB2CD604C8BC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00A7A9F-1438-7C3C-A78A-1A7CB7C3AEF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462E80A-9BA7-136B-3388-645A40C75A6C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A7D6D1A-8E14-F88C-3048-B7CA3BC82C87}"/>
              </a:ext>
            </a:extLst>
          </p:cNvPr>
          <p:cNvSpPr/>
          <p:nvPr/>
        </p:nvSpPr>
        <p:spPr>
          <a:xfrm>
            <a:off x="0" y="890546"/>
            <a:ext cx="10238846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FAACA04-B6DC-A739-73EA-A7998189C82A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87EB43B-D136-47F5-188D-BC5918262616}"/>
              </a:ext>
            </a:extLst>
          </p:cNvPr>
          <p:cNvSpPr/>
          <p:nvPr/>
        </p:nvSpPr>
        <p:spPr>
          <a:xfrm>
            <a:off x="10211595" y="890547"/>
            <a:ext cx="1990936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novo cadastro</a:t>
            </a:r>
          </a:p>
          <a:p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reaproveitar CTE cancelado</a:t>
            </a:r>
          </a:p>
          <a:p>
            <a:endParaRPr lang="pt-BR" sz="12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Arial" panose="020B0604020202020204" pitchFamily="34" charset="0"/>
              </a:rPr>
              <a:t>A ação de reaproveitar um CTE cancelado nós fazemos para autopreencher os dados da Rota (como se fosse um pedido) </a:t>
            </a:r>
          </a:p>
          <a:p>
            <a:endParaRPr lang="pt-BR" sz="12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cs typeface="Arial" panose="020B0604020202020204" pitchFamily="34" charset="0"/>
              </a:rPr>
              <a:t>Para agilizar o processo e evitar erros de origem x destino.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081C64F1-4D35-13EF-257A-557A1A048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90" y="1236181"/>
            <a:ext cx="7153413" cy="1896407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84350949-413B-6B7D-831E-4CEE4B121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990" y="3428498"/>
            <a:ext cx="7153414" cy="2193321"/>
          </a:xfrm>
          <a:prstGeom prst="rect">
            <a:avLst/>
          </a:prstGeom>
        </p:spPr>
      </p:pic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7BA20F51-6767-5989-F2D5-2D1285A7EAC5}"/>
              </a:ext>
            </a:extLst>
          </p:cNvPr>
          <p:cNvSpPr/>
          <p:nvPr/>
        </p:nvSpPr>
        <p:spPr>
          <a:xfrm>
            <a:off x="8004313" y="1915886"/>
            <a:ext cx="620091" cy="7257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B9325005-1952-E126-3986-3198E43E4FF2}"/>
              </a:ext>
            </a:extLst>
          </p:cNvPr>
          <p:cNvSpPr/>
          <p:nvPr/>
        </p:nvSpPr>
        <p:spPr>
          <a:xfrm>
            <a:off x="5283593" y="3297420"/>
            <a:ext cx="620091" cy="7257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EB978DA-5DF9-105E-52EE-7528552A2919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</p:spTree>
    <p:extLst>
      <p:ext uri="{BB962C8B-B14F-4D97-AF65-F5344CB8AC3E}">
        <p14:creationId xmlns:p14="http://schemas.microsoft.com/office/powerpoint/2010/main" val="9326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09E08-E7E3-AFA6-237E-99D8129B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5B4FB2B-17E1-9FD6-FD7D-A9BF30D7D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97C3BBF-48E6-53BD-7F59-0447C1168836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0FCB7E2-6B32-B1B5-B85A-377AA6593B54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FDE60E4-CF6C-300E-0938-53396787EB43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835A4D0-93A1-FE03-39B1-125181BFA626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DC1B236-2EF4-52DB-BC32-8A9EBA5A4753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7F73D9F-CD32-9C94-6C2E-F5DA15069E88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0C87059-F174-7187-DD65-37E439F229FC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BE752DF-FED9-82D0-008A-5FC8844249E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13301F-25FA-E290-377A-E11A18F69312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C499858-E4AE-6B33-2B4A-DA28F686D6F2}"/>
              </a:ext>
            </a:extLst>
          </p:cNvPr>
          <p:cNvSpPr/>
          <p:nvPr/>
        </p:nvSpPr>
        <p:spPr>
          <a:xfrm>
            <a:off x="-1" y="890546"/>
            <a:ext cx="1220253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3C0FA32-D259-ECDF-27EA-A53EACE709B7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F40F5BD-0912-1E2F-6327-0CB776797CD9}"/>
              </a:ext>
            </a:extLst>
          </p:cNvPr>
          <p:cNvSpPr/>
          <p:nvPr/>
        </p:nvSpPr>
        <p:spPr>
          <a:xfrm>
            <a:off x="10211595" y="890547"/>
            <a:ext cx="1990936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5.número da carga 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colocar número da planilha de agendamento – o numero da rota</a:t>
            </a:r>
          </a:p>
          <a:p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todas as filiais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7.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pesquisar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8. Seleciona o que é serie P (pedido) dar duplo clique e vai preencher os dados na tela</a:t>
            </a:r>
            <a:endParaRPr lang="pt-BR" sz="12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14C6300-B5E8-F4EF-FA63-A053776A6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3" y="2314116"/>
            <a:ext cx="6844434" cy="3599259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D67D925A-9BD4-65DE-66FC-74066B791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81" y="1279728"/>
            <a:ext cx="2555705" cy="906450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3A2D73C1-B9F6-F42E-E3D2-D2AF7CDC4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843" y="1263824"/>
            <a:ext cx="2317402" cy="906450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C80B870-188C-94ED-75E6-629C6E7896B4}"/>
              </a:ext>
            </a:extLst>
          </p:cNvPr>
          <p:cNvSpPr/>
          <p:nvPr/>
        </p:nvSpPr>
        <p:spPr>
          <a:xfrm>
            <a:off x="348343" y="1279728"/>
            <a:ext cx="885371" cy="6751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98659391-9BD2-7F13-704F-2496EBA6806B}"/>
              </a:ext>
            </a:extLst>
          </p:cNvPr>
          <p:cNvSpPr/>
          <p:nvPr/>
        </p:nvSpPr>
        <p:spPr>
          <a:xfrm>
            <a:off x="3643086" y="1369491"/>
            <a:ext cx="885371" cy="6751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1F858FFF-05F7-2D19-45D3-B163B5BEE257}"/>
              </a:ext>
            </a:extLst>
          </p:cNvPr>
          <p:cNvSpPr/>
          <p:nvPr/>
        </p:nvSpPr>
        <p:spPr>
          <a:xfrm>
            <a:off x="5653314" y="3424497"/>
            <a:ext cx="885371" cy="6751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EE7A9639-B9C9-AC14-5D13-DF3023FC6E45}"/>
              </a:ext>
            </a:extLst>
          </p:cNvPr>
          <p:cNvSpPr/>
          <p:nvPr/>
        </p:nvSpPr>
        <p:spPr>
          <a:xfrm>
            <a:off x="104831" y="3762096"/>
            <a:ext cx="885371" cy="6751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5AC629B-ABCA-DED8-094E-AA97D52B4FA3}"/>
              </a:ext>
            </a:extLst>
          </p:cNvPr>
          <p:cNvSpPr txBox="1"/>
          <p:nvPr/>
        </p:nvSpPr>
        <p:spPr>
          <a:xfrm>
            <a:off x="547516" y="851447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</p:spTree>
    <p:extLst>
      <p:ext uri="{BB962C8B-B14F-4D97-AF65-F5344CB8AC3E}">
        <p14:creationId xmlns:p14="http://schemas.microsoft.com/office/powerpoint/2010/main" val="198742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6310F93-A2AA-A476-0F35-2028DE853E40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 Sempre conferir origem;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10. Sempre verificar destino;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11.  inserir o numero da OCI no campo numero do pedido;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471F24E-7B71-1003-34F0-3E8317EFC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23" y="1299578"/>
            <a:ext cx="9905981" cy="3945469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F080F6A5-FEF7-56C0-DC5C-23BD48BDEA5A}"/>
              </a:ext>
            </a:extLst>
          </p:cNvPr>
          <p:cNvSpPr txBox="1"/>
          <p:nvPr/>
        </p:nvSpPr>
        <p:spPr>
          <a:xfrm>
            <a:off x="573301" y="87660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1415644A-0EC5-13B0-7476-4CD5E54E2ED8}"/>
              </a:ext>
            </a:extLst>
          </p:cNvPr>
          <p:cNvSpPr/>
          <p:nvPr/>
        </p:nvSpPr>
        <p:spPr>
          <a:xfrm>
            <a:off x="137623" y="2757714"/>
            <a:ext cx="733234" cy="671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1931329A-400C-92F6-EEAC-6A0124622829}"/>
              </a:ext>
            </a:extLst>
          </p:cNvPr>
          <p:cNvSpPr/>
          <p:nvPr/>
        </p:nvSpPr>
        <p:spPr>
          <a:xfrm>
            <a:off x="4963623" y="2757714"/>
            <a:ext cx="733234" cy="671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37333015-143D-E061-F5BB-A8F43F408025}"/>
              </a:ext>
            </a:extLst>
          </p:cNvPr>
          <p:cNvSpPr/>
          <p:nvPr/>
        </p:nvSpPr>
        <p:spPr>
          <a:xfrm>
            <a:off x="4647806" y="2069555"/>
            <a:ext cx="733234" cy="671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216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16E6-DDDE-A303-DAB1-2C9F2C21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1723E5D-D27D-3D16-834E-FBD79B247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B9C9F72-4BF9-02DF-2EA2-33BF5B49713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B53F9B-8FE0-26B6-5527-DC03A78B2446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F421CC-A18B-8A47-4FAD-784AECC8B5EC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D43D48D-1FBD-8A17-C642-28B54787DF7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C3BFA40-0A10-FA54-3718-E61233AAC07D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42E2D5F-16B5-B48C-7D89-38B72734D70C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615DED0-3DC5-A6B6-453F-578C0EF7724A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FA180A-7BAE-B919-2076-3D665B9E8F3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F68B5D6-4FC3-2F60-A78B-280E16105B45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96D9288-8123-5941-4951-46F4906496A6}"/>
              </a:ext>
            </a:extLst>
          </p:cNvPr>
          <p:cNvSpPr/>
          <p:nvPr/>
        </p:nvSpPr>
        <p:spPr>
          <a:xfrm>
            <a:off x="0" y="879651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5F865DC-9EB5-0A2B-6829-58BD5695816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38874F4-2EB3-83B5-0490-4EF1A7CB4C60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12. Verificar se trouxe o valor de frete;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13. F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olha com mais (adicionar nota fiscal) 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14. 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Digitar os dados da nota do posto 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sst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que está na planilha de agendamento;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15. a serie se for para o mesmo dia a viagem colocar 1 (fazendo CTE) e se tiver fazendo a viagem para o dia seguinte a  serie é M (fazendo a minuta)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16. Valor colocar igual da SST  ou 1,00 se não tiver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17. 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peso e volume nos dois campos é o mesm</a:t>
            </a: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da SST se for minuta colocar 1500;</a:t>
            </a:r>
            <a:endParaRPr lang="pt-BR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18. </a:t>
            </a: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onteúdo (diversos)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19. 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Tipo de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outros</a:t>
            </a:r>
            <a:endParaRPr lang="pt-BR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8949ABC-63A1-C968-C75A-63B77879E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80" y="1597727"/>
            <a:ext cx="9286875" cy="990600"/>
          </a:xfrm>
          <a:prstGeom prst="rect">
            <a:avLst/>
          </a:prstGeom>
        </p:spPr>
      </p:pic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B8F0F825-17FE-CE82-4437-3465AE4318A0}"/>
              </a:ext>
            </a:extLst>
          </p:cNvPr>
          <p:cNvSpPr/>
          <p:nvPr/>
        </p:nvSpPr>
        <p:spPr>
          <a:xfrm>
            <a:off x="7394711" y="1763793"/>
            <a:ext cx="397565" cy="380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A823C88A-58B9-7372-F9B0-50A0C7F8E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26" y="4599017"/>
            <a:ext cx="9134683" cy="1162050"/>
          </a:xfrm>
          <a:prstGeom prst="rect">
            <a:avLst/>
          </a:prstGeom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F519AF6-CEFD-D086-DD3B-23AAE042DE91}"/>
              </a:ext>
            </a:extLst>
          </p:cNvPr>
          <p:cNvSpPr/>
          <p:nvPr/>
        </p:nvSpPr>
        <p:spPr>
          <a:xfrm>
            <a:off x="274780" y="4373216"/>
            <a:ext cx="596348" cy="4236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13</a:t>
            </a:r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3F30B651-1A30-E4D3-6770-D5C679BE7B6A}"/>
              </a:ext>
            </a:extLst>
          </p:cNvPr>
          <p:cNvSpPr/>
          <p:nvPr/>
        </p:nvSpPr>
        <p:spPr>
          <a:xfrm>
            <a:off x="1020415" y="4380387"/>
            <a:ext cx="596348" cy="47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14</a:t>
            </a:r>
          </a:p>
        </p:txBody>
      </p:sp>
      <p:sp>
        <p:nvSpPr>
          <p:cNvPr id="25" name="Seta: para Baixo 24">
            <a:extLst>
              <a:ext uri="{FF2B5EF4-FFF2-40B4-BE49-F238E27FC236}">
                <a16:creationId xmlns:a16="http://schemas.microsoft.com/office/drawing/2014/main" id="{A8638F81-7221-5854-256A-E940A361D979}"/>
              </a:ext>
            </a:extLst>
          </p:cNvPr>
          <p:cNvSpPr/>
          <p:nvPr/>
        </p:nvSpPr>
        <p:spPr>
          <a:xfrm>
            <a:off x="3022737" y="4382095"/>
            <a:ext cx="596348" cy="47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16</a:t>
            </a:r>
          </a:p>
        </p:txBody>
      </p:sp>
      <p:sp>
        <p:nvSpPr>
          <p:cNvPr id="26" name="Seta: para Baixo 25">
            <a:extLst>
              <a:ext uri="{FF2B5EF4-FFF2-40B4-BE49-F238E27FC236}">
                <a16:creationId xmlns:a16="http://schemas.microsoft.com/office/drawing/2014/main" id="{7F9C569E-E076-B204-ACC5-7CA8B5B4DBCD}"/>
              </a:ext>
            </a:extLst>
          </p:cNvPr>
          <p:cNvSpPr/>
          <p:nvPr/>
        </p:nvSpPr>
        <p:spPr>
          <a:xfrm>
            <a:off x="3899967" y="4364605"/>
            <a:ext cx="596348" cy="47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17</a:t>
            </a:r>
          </a:p>
        </p:txBody>
      </p:sp>
      <p:sp>
        <p:nvSpPr>
          <p:cNvPr id="30" name="Seta: para Baixo 29">
            <a:extLst>
              <a:ext uri="{FF2B5EF4-FFF2-40B4-BE49-F238E27FC236}">
                <a16:creationId xmlns:a16="http://schemas.microsoft.com/office/drawing/2014/main" id="{679C07DC-6CCB-5654-6D6B-6FBB3ECA19FA}"/>
              </a:ext>
            </a:extLst>
          </p:cNvPr>
          <p:cNvSpPr/>
          <p:nvPr/>
        </p:nvSpPr>
        <p:spPr>
          <a:xfrm>
            <a:off x="6654784" y="4373216"/>
            <a:ext cx="596348" cy="47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18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018E297-D01B-9E77-D475-8F17768BE96B}"/>
              </a:ext>
            </a:extLst>
          </p:cNvPr>
          <p:cNvSpPr/>
          <p:nvPr/>
        </p:nvSpPr>
        <p:spPr>
          <a:xfrm>
            <a:off x="7394711" y="5339082"/>
            <a:ext cx="596348" cy="4789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19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90B1DCEC-E82D-F37F-C024-CB853F907FFA}"/>
              </a:ext>
            </a:extLst>
          </p:cNvPr>
          <p:cNvSpPr/>
          <p:nvPr/>
        </p:nvSpPr>
        <p:spPr>
          <a:xfrm>
            <a:off x="1623195" y="4380387"/>
            <a:ext cx="596348" cy="4789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/>
              <a:t>15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873AA70-56FB-3464-BDB0-96D50AF5244B}"/>
              </a:ext>
            </a:extLst>
          </p:cNvPr>
          <p:cNvSpPr txBox="1"/>
          <p:nvPr/>
        </p:nvSpPr>
        <p:spPr>
          <a:xfrm>
            <a:off x="598073" y="859800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</p:spTree>
    <p:extLst>
      <p:ext uri="{BB962C8B-B14F-4D97-AF65-F5344CB8AC3E}">
        <p14:creationId xmlns:p14="http://schemas.microsoft.com/office/powerpoint/2010/main" val="330748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CTE OU MINUTA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REV.:02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5283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6310F93-A2AA-A476-0F35-2028DE853E40}"/>
              </a:ext>
            </a:extLst>
          </p:cNvPr>
          <p:cNvSpPr/>
          <p:nvPr/>
        </p:nvSpPr>
        <p:spPr>
          <a:xfrm>
            <a:off x="10181231" y="910397"/>
            <a:ext cx="2001030" cy="5283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20. </a:t>
            </a: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Mudar a observação colocar numero da SST</a:t>
            </a: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21. </a:t>
            </a: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Colocar previsão de entrega (data do carregamento)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22.</a:t>
            </a: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elecionar motorista e veiculo; (</a:t>
            </a:r>
            <a:r>
              <a:rPr lang="pt-BR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apagra</a:t>
            </a: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colocar novamente) liberação se tiver em branco colocar total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23. Se for MINUTA alterar a série para M (e dá um TAB)  e for CTE colocar 1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24. Em informações do frete colocar na linha saldo no campo data a data que será pago o frete: sempre a segunda sexta-feira depois da data do frete. Exemplo: frete realizado 08/02 paga-se 17/02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25.forma de pagamento colocar não especificado;</a:t>
            </a: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26. </a:t>
            </a:r>
            <a: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Salvar</a:t>
            </a: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buAutoNum type="arabicPeriod"/>
            </a:pPr>
            <a:endParaRPr lang="pt-BR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9BEF4F25-365D-7589-5CD5-43B488C34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71" y="3910602"/>
            <a:ext cx="4330579" cy="1009650"/>
          </a:xfrm>
          <a:prstGeom prst="rect">
            <a:avLst/>
          </a:prstGeom>
        </p:spPr>
      </p:pic>
      <p:sp>
        <p:nvSpPr>
          <p:cNvPr id="36" name="Seta: para a Direita 35">
            <a:extLst>
              <a:ext uri="{FF2B5EF4-FFF2-40B4-BE49-F238E27FC236}">
                <a16:creationId xmlns:a16="http://schemas.microsoft.com/office/drawing/2014/main" id="{BADADEB3-C461-1D77-2D06-0464CA626EC7}"/>
              </a:ext>
            </a:extLst>
          </p:cNvPr>
          <p:cNvSpPr/>
          <p:nvPr/>
        </p:nvSpPr>
        <p:spPr>
          <a:xfrm rot="5400000">
            <a:off x="344124" y="3528045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21</a:t>
            </a:r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9DABEC1E-185D-F252-0E16-B1FE08CEDAD1}"/>
              </a:ext>
            </a:extLst>
          </p:cNvPr>
          <p:cNvSpPr/>
          <p:nvPr/>
        </p:nvSpPr>
        <p:spPr>
          <a:xfrm rot="5400000">
            <a:off x="1702472" y="3899837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22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97E4A739-62A4-340B-6A30-7389EB1FD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16" y="1429400"/>
            <a:ext cx="5207567" cy="20956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0" name="Seta: para a Direita 39">
            <a:extLst>
              <a:ext uri="{FF2B5EF4-FFF2-40B4-BE49-F238E27FC236}">
                <a16:creationId xmlns:a16="http://schemas.microsoft.com/office/drawing/2014/main" id="{99884A2F-9CE3-58F7-58DB-9DB324F2791E}"/>
              </a:ext>
            </a:extLst>
          </p:cNvPr>
          <p:cNvSpPr/>
          <p:nvPr/>
        </p:nvSpPr>
        <p:spPr>
          <a:xfrm rot="5400000">
            <a:off x="9110870" y="1928192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23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71FE811A-498C-45BB-5BF1-0078DB46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02" y="5076676"/>
            <a:ext cx="4668078" cy="1009650"/>
          </a:xfrm>
          <a:prstGeom prst="rect">
            <a:avLst/>
          </a:prstGeom>
        </p:spPr>
      </p:pic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CE008322-8308-B54D-4573-035A4335F9BC}"/>
              </a:ext>
            </a:extLst>
          </p:cNvPr>
          <p:cNvSpPr/>
          <p:nvPr/>
        </p:nvSpPr>
        <p:spPr>
          <a:xfrm>
            <a:off x="2897329" y="5662256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26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671409FC-CEE4-5D65-B188-95E4EE38ACF0}"/>
              </a:ext>
            </a:extLst>
          </p:cNvPr>
          <p:cNvSpPr/>
          <p:nvPr/>
        </p:nvSpPr>
        <p:spPr>
          <a:xfrm rot="5400000">
            <a:off x="1755911" y="1406929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20</a:t>
            </a: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EEE1C51F-2999-E0F2-7589-D4DA9E4D9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980" y="3828004"/>
            <a:ext cx="5000629" cy="1952625"/>
          </a:xfrm>
          <a:prstGeom prst="rect">
            <a:avLst/>
          </a:prstGeom>
        </p:spPr>
      </p:pic>
      <p:sp>
        <p:nvSpPr>
          <p:cNvPr id="52" name="Seta: para a Direita 51">
            <a:extLst>
              <a:ext uri="{FF2B5EF4-FFF2-40B4-BE49-F238E27FC236}">
                <a16:creationId xmlns:a16="http://schemas.microsoft.com/office/drawing/2014/main" id="{67E15282-174A-B489-3C4C-B002EFB6DE30}"/>
              </a:ext>
            </a:extLst>
          </p:cNvPr>
          <p:cNvSpPr/>
          <p:nvPr/>
        </p:nvSpPr>
        <p:spPr>
          <a:xfrm>
            <a:off x="5720042" y="5076676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24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75CB3200-BCE5-7CC2-5916-50ABEBE342B6}"/>
              </a:ext>
            </a:extLst>
          </p:cNvPr>
          <p:cNvSpPr/>
          <p:nvPr/>
        </p:nvSpPr>
        <p:spPr>
          <a:xfrm rot="16200000">
            <a:off x="7093737" y="5369466"/>
            <a:ext cx="437320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25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AB0E7C-20CD-D316-FB2B-6F7172632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68" y="1834825"/>
            <a:ext cx="4330579" cy="14859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801734C-7AD1-A804-789B-54B2A92B2E2B}"/>
              </a:ext>
            </a:extLst>
          </p:cNvPr>
          <p:cNvSpPr txBox="1"/>
          <p:nvPr/>
        </p:nvSpPr>
        <p:spPr>
          <a:xfrm>
            <a:off x="562784" y="844648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EMITIR CTE OU MINUTA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BE11DB4-C8B2-7274-507E-5577D684F14F}"/>
              </a:ext>
            </a:extLst>
          </p:cNvPr>
          <p:cNvSpPr/>
          <p:nvPr/>
        </p:nvSpPr>
        <p:spPr>
          <a:xfrm>
            <a:off x="2670629" y="2743200"/>
            <a:ext cx="493485" cy="2267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429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39CBAE-E857-42EF-B290-150FF6D0AD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B64389-FCB3-4F50-A0DC-232872369EB0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658</Words>
  <Application>Microsoft Office PowerPoint</Application>
  <PresentationFormat>Widescreen</PresentationFormat>
  <Paragraphs>134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36</cp:revision>
  <dcterms:created xsi:type="dcterms:W3CDTF">2023-01-25T18:17:22Z</dcterms:created>
  <dcterms:modified xsi:type="dcterms:W3CDTF">2025-06-05T19:10:03Z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69353400</vt:r8>
  </property>
  <property fmtid="{D5CDD505-2E9C-101B-9397-08002B2CF9AE}" pid="4" name="MediaServiceImageTags">
    <vt:lpwstr/>
  </property>
</Properties>
</file>