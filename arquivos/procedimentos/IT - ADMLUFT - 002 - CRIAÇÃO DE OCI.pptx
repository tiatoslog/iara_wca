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2" r:id="rId5"/>
    <p:sldId id="284" r:id="rId6"/>
    <p:sldId id="285" r:id="rId7"/>
    <p:sldId id="276" r:id="rId8"/>
    <p:sldId id="277" r:id="rId9"/>
    <p:sldId id="278" r:id="rId10"/>
    <p:sldId id="279" r:id="rId11"/>
    <p:sldId id="280" r:id="rId12"/>
    <p:sldId id="286" r:id="rId13"/>
    <p:sldId id="281" r:id="rId14"/>
    <p:sldId id="287" r:id="rId15"/>
    <p:sldId id="288" r:id="rId16"/>
    <p:sldId id="282" r:id="rId17"/>
    <p:sldId id="283" r:id="rId18"/>
    <p:sldId id="27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49D55-C486-4896-92DE-489FE6CAC641}" v="2" dt="2025-05-20T18:03:20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B1449D55-C486-4896-92DE-489FE6CAC641}"/>
    <pc:docChg chg="undo custSel addSld delSld modSld sldOrd">
      <pc:chgData name="Cristiany Kelly Miranda da Costa Correa" userId="3132fc47-1712-48bc-8364-dd56cd431e4c" providerId="ADAL" clId="{B1449D55-C486-4896-92DE-489FE6CAC641}" dt="2025-05-20T18:44:29.429" v="1386" actId="20577"/>
      <pc:docMkLst>
        <pc:docMk/>
      </pc:docMkLst>
      <pc:sldChg chg="delSp modSp mod">
        <pc:chgData name="Cristiany Kelly Miranda da Costa Correa" userId="3132fc47-1712-48bc-8364-dd56cd431e4c" providerId="ADAL" clId="{B1449D55-C486-4896-92DE-489FE6CAC641}" dt="2025-05-20T18:43:49.146" v="1370" actId="20577"/>
        <pc:sldMkLst>
          <pc:docMk/>
          <pc:sldMk cId="3043632590" sldId="272"/>
        </pc:sldMkLst>
        <pc:spChg chg="mod">
          <ac:chgData name="Cristiany Kelly Miranda da Costa Correa" userId="3132fc47-1712-48bc-8364-dd56cd431e4c" providerId="ADAL" clId="{B1449D55-C486-4896-92DE-489FE6CAC641}" dt="2025-05-20T18:42:37.344" v="1339" actId="20577"/>
          <ac:spMkLst>
            <pc:docMk/>
            <pc:sldMk cId="3043632590" sldId="272"/>
            <ac:spMk id="11" creationId="{40EFB402-7AB4-7A83-A790-AB890E004FB9}"/>
          </ac:spMkLst>
        </pc:spChg>
        <pc:spChg chg="mod">
          <ac:chgData name="Cristiany Kelly Miranda da Costa Correa" userId="3132fc47-1712-48bc-8364-dd56cd431e4c" providerId="ADAL" clId="{B1449D55-C486-4896-92DE-489FE6CAC641}" dt="2025-05-20T18:43:49.146" v="1370" actId="20577"/>
          <ac:spMkLst>
            <pc:docMk/>
            <pc:sldMk cId="3043632590" sldId="272"/>
            <ac:spMk id="12" creationId="{874C29AD-5234-9049-CC86-852635AC1BB0}"/>
          </ac:spMkLst>
        </pc:spChg>
        <pc:spChg chg="mod">
          <ac:chgData name="Cristiany Kelly Miranda da Costa Correa" userId="3132fc47-1712-48bc-8364-dd56cd431e4c" providerId="ADAL" clId="{B1449D55-C486-4896-92DE-489FE6CAC641}" dt="2025-05-20T18:00:41.044" v="33" actId="20577"/>
          <ac:spMkLst>
            <pc:docMk/>
            <pc:sldMk cId="3043632590" sldId="272"/>
            <ac:spMk id="18" creationId="{6200B1A3-582B-E0EE-06B0-0960758ACFA2}"/>
          </ac:spMkLst>
        </pc:spChg>
        <pc:spChg chg="del">
          <ac:chgData name="Cristiany Kelly Miranda da Costa Correa" userId="3132fc47-1712-48bc-8364-dd56cd431e4c" providerId="ADAL" clId="{B1449D55-C486-4896-92DE-489FE6CAC641}" dt="2025-05-20T18:00:23.971" v="2" actId="478"/>
          <ac:spMkLst>
            <pc:docMk/>
            <pc:sldMk cId="3043632590" sldId="272"/>
            <ac:spMk id="47" creationId="{20E02D8B-7D7B-E998-108F-43F57ED9CF97}"/>
          </ac:spMkLst>
        </pc:spChg>
      </pc:sldChg>
      <pc:sldChg chg="addSp modSp mod">
        <pc:chgData name="Cristiany Kelly Miranda da Costa Correa" userId="3132fc47-1712-48bc-8364-dd56cd431e4c" providerId="ADAL" clId="{B1449D55-C486-4896-92DE-489FE6CAC641}" dt="2025-05-20T18:43:40.869" v="1368" actId="20577"/>
        <pc:sldMkLst>
          <pc:docMk/>
          <pc:sldMk cId="2705081834" sldId="273"/>
        </pc:sldMkLst>
        <pc:spChg chg="add mod">
          <ac:chgData name="Cristiany Kelly Miranda da Costa Correa" userId="3132fc47-1712-48bc-8364-dd56cd431e4c" providerId="ADAL" clId="{B1449D55-C486-4896-92DE-489FE6CAC641}" dt="2025-05-20T18:43:40.869" v="1368" actId="20577"/>
          <ac:spMkLst>
            <pc:docMk/>
            <pc:sldMk cId="2705081834" sldId="273"/>
            <ac:spMk id="4" creationId="{9773540B-137C-B64F-EAA7-FBD30C367B7A}"/>
          </ac:spMkLst>
        </pc:spChg>
      </pc:sldChg>
      <pc:sldChg chg="modSp del mod ord">
        <pc:chgData name="Cristiany Kelly Miranda da Costa Correa" userId="3132fc47-1712-48bc-8364-dd56cd431e4c" providerId="ADAL" clId="{B1449D55-C486-4896-92DE-489FE6CAC641}" dt="2025-05-20T18:02:41.669" v="100" actId="47"/>
        <pc:sldMkLst>
          <pc:docMk/>
          <pc:sldMk cId="2744785623" sldId="274"/>
        </pc:sldMkLst>
      </pc:sldChg>
      <pc:sldChg chg="del">
        <pc:chgData name="Cristiany Kelly Miranda da Costa Correa" userId="3132fc47-1712-48bc-8364-dd56cd431e4c" providerId="ADAL" clId="{B1449D55-C486-4896-92DE-489FE6CAC641}" dt="2025-05-20T18:05:39.340" v="262" actId="47"/>
        <pc:sldMkLst>
          <pc:docMk/>
          <pc:sldMk cId="2361052136" sldId="275"/>
        </pc:sldMkLst>
      </pc:sldChg>
      <pc:sldChg chg="addSp delSp modSp add mod">
        <pc:chgData name="Cristiany Kelly Miranda da Costa Correa" userId="3132fc47-1712-48bc-8364-dd56cd431e4c" providerId="ADAL" clId="{B1449D55-C486-4896-92DE-489FE6CAC641}" dt="2025-05-20T18:43:55.449" v="1372" actId="20577"/>
        <pc:sldMkLst>
          <pc:docMk/>
          <pc:sldMk cId="603040170" sldId="276"/>
        </pc:sldMkLst>
        <pc:spChg chg="del">
          <ac:chgData name="Cristiany Kelly Miranda da Costa Correa" userId="3132fc47-1712-48bc-8364-dd56cd431e4c" providerId="ADAL" clId="{B1449D55-C486-4896-92DE-489FE6CAC641}" dt="2025-05-20T18:01:19.267" v="38" actId="478"/>
          <ac:spMkLst>
            <pc:docMk/>
            <pc:sldMk cId="603040170" sldId="276"/>
            <ac:spMk id="2" creationId="{47EE1E65-CF43-60E2-970C-2C20F3CAFAA8}"/>
          </ac:spMkLst>
        </pc:spChg>
        <pc:spChg chg="mod">
          <ac:chgData name="Cristiany Kelly Miranda da Costa Correa" userId="3132fc47-1712-48bc-8364-dd56cd431e4c" providerId="ADAL" clId="{B1449D55-C486-4896-92DE-489FE6CAC641}" dt="2025-05-20T18:02:26.650" v="98" actId="14100"/>
          <ac:spMkLst>
            <pc:docMk/>
            <pc:sldMk cId="603040170" sldId="276"/>
            <ac:spMk id="3" creationId="{88A6625F-4120-1017-2907-0849762A2F7F}"/>
          </ac:spMkLst>
        </pc:spChg>
        <pc:spChg chg="del mod">
          <ac:chgData name="Cristiany Kelly Miranda da Costa Correa" userId="3132fc47-1712-48bc-8364-dd56cd431e4c" providerId="ADAL" clId="{B1449D55-C486-4896-92DE-489FE6CAC641}" dt="2025-05-20T18:01:55.213" v="82" actId="478"/>
          <ac:spMkLst>
            <pc:docMk/>
            <pc:sldMk cId="603040170" sldId="276"/>
            <ac:spMk id="4" creationId="{044F8BCF-BBE8-AD84-9F20-35A4E30440C7}"/>
          </ac:spMkLst>
        </pc:spChg>
        <pc:spChg chg="del">
          <ac:chgData name="Cristiany Kelly Miranda da Costa Correa" userId="3132fc47-1712-48bc-8364-dd56cd431e4c" providerId="ADAL" clId="{B1449D55-C486-4896-92DE-489FE6CAC641}" dt="2025-05-20T18:01:47.646" v="76" actId="478"/>
          <ac:spMkLst>
            <pc:docMk/>
            <pc:sldMk cId="603040170" sldId="276"/>
            <ac:spMk id="5" creationId="{15E18BDD-81CA-D4C9-8057-4FE058E9B0F9}"/>
          </ac:spMkLst>
        </pc:spChg>
        <pc:spChg chg="mod">
          <ac:chgData name="Cristiany Kelly Miranda da Costa Correa" userId="3132fc47-1712-48bc-8364-dd56cd431e4c" providerId="ADAL" clId="{B1449D55-C486-4896-92DE-489FE6CAC641}" dt="2025-05-20T18:42:43.562" v="1342" actId="20577"/>
          <ac:spMkLst>
            <pc:docMk/>
            <pc:sldMk cId="603040170" sldId="276"/>
            <ac:spMk id="11" creationId="{593EF544-DB87-5F7D-C634-AFA16FC6CF25}"/>
          </ac:spMkLst>
        </pc:spChg>
        <pc:spChg chg="mod">
          <ac:chgData name="Cristiany Kelly Miranda da Costa Correa" userId="3132fc47-1712-48bc-8364-dd56cd431e4c" providerId="ADAL" clId="{B1449D55-C486-4896-92DE-489FE6CAC641}" dt="2025-05-20T18:43:55.449" v="1372" actId="20577"/>
          <ac:spMkLst>
            <pc:docMk/>
            <pc:sldMk cId="603040170" sldId="276"/>
            <ac:spMk id="12" creationId="{B56257BA-0707-1A57-4023-6598F5BBAA4A}"/>
          </ac:spMkLst>
        </pc:spChg>
        <pc:spChg chg="del">
          <ac:chgData name="Cristiany Kelly Miranda da Costa Correa" userId="3132fc47-1712-48bc-8364-dd56cd431e4c" providerId="ADAL" clId="{B1449D55-C486-4896-92DE-489FE6CAC641}" dt="2025-05-20T18:01:51.396" v="79" actId="478"/>
          <ac:spMkLst>
            <pc:docMk/>
            <pc:sldMk cId="603040170" sldId="276"/>
            <ac:spMk id="14" creationId="{821531B7-A7AB-84E9-ED3E-A2898D83BA03}"/>
          </ac:spMkLst>
        </pc:spChg>
        <pc:spChg chg="mod">
          <ac:chgData name="Cristiany Kelly Miranda da Costa Correa" userId="3132fc47-1712-48bc-8364-dd56cd431e4c" providerId="ADAL" clId="{B1449D55-C486-4896-92DE-489FE6CAC641}" dt="2025-05-20T18:01:29.452" v="42" actId="20577"/>
          <ac:spMkLst>
            <pc:docMk/>
            <pc:sldMk cId="603040170" sldId="276"/>
            <ac:spMk id="17" creationId="{BF1EDEB5-B87C-585D-D915-F3868D0261F0}"/>
          </ac:spMkLst>
        </pc:spChg>
        <pc:spChg chg="del">
          <ac:chgData name="Cristiany Kelly Miranda da Costa Correa" userId="3132fc47-1712-48bc-8364-dd56cd431e4c" providerId="ADAL" clId="{B1449D55-C486-4896-92DE-489FE6CAC641}" dt="2025-05-20T18:01:50.462" v="78" actId="478"/>
          <ac:spMkLst>
            <pc:docMk/>
            <pc:sldMk cId="603040170" sldId="276"/>
            <ac:spMk id="18" creationId="{BA2C4FAC-6326-ADE2-9265-23CA35290EB4}"/>
          </ac:spMkLst>
        </pc:spChg>
        <pc:spChg chg="del">
          <ac:chgData name="Cristiany Kelly Miranda da Costa Correa" userId="3132fc47-1712-48bc-8364-dd56cd431e4c" providerId="ADAL" clId="{B1449D55-C486-4896-92DE-489FE6CAC641}" dt="2025-05-20T18:01:43.898" v="73" actId="478"/>
          <ac:spMkLst>
            <pc:docMk/>
            <pc:sldMk cId="603040170" sldId="276"/>
            <ac:spMk id="19" creationId="{874C50B7-7A07-502F-CDAA-6C82B63BA530}"/>
          </ac:spMkLst>
        </pc:spChg>
        <pc:spChg chg="del">
          <ac:chgData name="Cristiany Kelly Miranda da Costa Correa" userId="3132fc47-1712-48bc-8364-dd56cd431e4c" providerId="ADAL" clId="{B1449D55-C486-4896-92DE-489FE6CAC641}" dt="2025-05-20T18:02:02.874" v="87" actId="478"/>
          <ac:spMkLst>
            <pc:docMk/>
            <pc:sldMk cId="603040170" sldId="276"/>
            <ac:spMk id="20" creationId="{C7582A77-3DB3-86A7-F896-A18D0FCFE562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2:36.774" v="99"/>
          <ac:spMkLst>
            <pc:docMk/>
            <pc:sldMk cId="603040170" sldId="276"/>
            <ac:spMk id="21" creationId="{1B5122DF-8167-BF1D-C20B-9BD7651B4CCC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2:36.774" v="99"/>
          <ac:spMkLst>
            <pc:docMk/>
            <pc:sldMk cId="603040170" sldId="276"/>
            <ac:spMk id="22" creationId="{0FF51ABB-49FA-AB00-2EB2-E33232291CAD}"/>
          </ac:spMkLst>
        </pc:spChg>
        <pc:spChg chg="mod">
          <ac:chgData name="Cristiany Kelly Miranda da Costa Correa" userId="3132fc47-1712-48bc-8364-dd56cd431e4c" providerId="ADAL" clId="{B1449D55-C486-4896-92DE-489FE6CAC641}" dt="2025-05-20T18:01:41.404" v="72" actId="20577"/>
          <ac:spMkLst>
            <pc:docMk/>
            <pc:sldMk cId="603040170" sldId="276"/>
            <ac:spMk id="23" creationId="{87E80249-C476-D2F8-9AD5-94C87FEEC849}"/>
          </ac:spMkLst>
        </pc:spChg>
        <pc:spChg chg="del">
          <ac:chgData name="Cristiany Kelly Miranda da Costa Correa" userId="3132fc47-1712-48bc-8364-dd56cd431e4c" providerId="ADAL" clId="{B1449D55-C486-4896-92DE-489FE6CAC641}" dt="2025-05-20T18:01:20.640" v="39" actId="478"/>
          <ac:spMkLst>
            <pc:docMk/>
            <pc:sldMk cId="603040170" sldId="276"/>
            <ac:spMk id="24" creationId="{6A100958-72D4-6229-3C15-9FBFEBA7C1C0}"/>
          </ac:spMkLst>
        </pc:spChg>
        <pc:spChg chg="del">
          <ac:chgData name="Cristiany Kelly Miranda da Costa Correa" userId="3132fc47-1712-48bc-8364-dd56cd431e4c" providerId="ADAL" clId="{B1449D55-C486-4896-92DE-489FE6CAC641}" dt="2025-05-20T18:01:48.997" v="77" actId="478"/>
          <ac:spMkLst>
            <pc:docMk/>
            <pc:sldMk cId="603040170" sldId="276"/>
            <ac:spMk id="26" creationId="{8EA11D56-7397-7991-D02E-E5D7D01ABE93}"/>
          </ac:spMkLst>
        </pc:spChg>
        <pc:spChg chg="del">
          <ac:chgData name="Cristiany Kelly Miranda da Costa Correa" userId="3132fc47-1712-48bc-8364-dd56cd431e4c" providerId="ADAL" clId="{B1449D55-C486-4896-92DE-489FE6CAC641}" dt="2025-05-20T18:01:45.836" v="74" actId="478"/>
          <ac:spMkLst>
            <pc:docMk/>
            <pc:sldMk cId="603040170" sldId="276"/>
            <ac:spMk id="28" creationId="{841D0DB7-678C-81FA-61FA-AE241EA82C6F}"/>
          </ac:spMkLst>
        </pc:spChg>
        <pc:spChg chg="del">
          <ac:chgData name="Cristiany Kelly Miranda da Costa Correa" userId="3132fc47-1712-48bc-8364-dd56cd431e4c" providerId="ADAL" clId="{B1449D55-C486-4896-92DE-489FE6CAC641}" dt="2025-05-20T18:02:14.861" v="95" actId="478"/>
          <ac:spMkLst>
            <pc:docMk/>
            <pc:sldMk cId="603040170" sldId="276"/>
            <ac:spMk id="32" creationId="{E3AD8225-A5AD-038A-287B-CAA6981BB583}"/>
          </ac:spMkLst>
        </pc:spChg>
        <pc:spChg chg="del">
          <ac:chgData name="Cristiany Kelly Miranda da Costa Correa" userId="3132fc47-1712-48bc-8364-dd56cd431e4c" providerId="ADAL" clId="{B1449D55-C486-4896-92DE-489FE6CAC641}" dt="2025-05-20T18:02:13.445" v="94" actId="478"/>
          <ac:spMkLst>
            <pc:docMk/>
            <pc:sldMk cId="603040170" sldId="276"/>
            <ac:spMk id="33" creationId="{EEE60936-6C82-00A0-13A9-59BAA93886ED}"/>
          </ac:spMkLst>
        </pc:spChg>
        <pc:spChg chg="del">
          <ac:chgData name="Cristiany Kelly Miranda da Costa Correa" userId="3132fc47-1712-48bc-8364-dd56cd431e4c" providerId="ADAL" clId="{B1449D55-C486-4896-92DE-489FE6CAC641}" dt="2025-05-20T18:02:12.366" v="93" actId="478"/>
          <ac:spMkLst>
            <pc:docMk/>
            <pc:sldMk cId="603040170" sldId="276"/>
            <ac:spMk id="34" creationId="{36F05083-0CEB-D87E-20BD-FD193CFADA4B}"/>
          </ac:spMkLst>
        </pc:spChg>
        <pc:spChg chg="del">
          <ac:chgData name="Cristiany Kelly Miranda da Costa Correa" userId="3132fc47-1712-48bc-8364-dd56cd431e4c" providerId="ADAL" clId="{B1449D55-C486-4896-92DE-489FE6CAC641}" dt="2025-05-20T18:02:04.699" v="88" actId="478"/>
          <ac:spMkLst>
            <pc:docMk/>
            <pc:sldMk cId="603040170" sldId="276"/>
            <ac:spMk id="37" creationId="{96F31603-337E-A8F5-DBB7-8E37961EA464}"/>
          </ac:spMkLst>
        </pc:spChg>
        <pc:spChg chg="del">
          <ac:chgData name="Cristiany Kelly Miranda da Costa Correa" userId="3132fc47-1712-48bc-8364-dd56cd431e4c" providerId="ADAL" clId="{B1449D55-C486-4896-92DE-489FE6CAC641}" dt="2025-05-20T18:01:46.656" v="75" actId="478"/>
          <ac:spMkLst>
            <pc:docMk/>
            <pc:sldMk cId="603040170" sldId="276"/>
            <ac:spMk id="40" creationId="{AED3740A-333C-55FF-74D2-8EEEFEFDC677}"/>
          </ac:spMkLst>
        </pc:spChg>
        <pc:spChg chg="del">
          <ac:chgData name="Cristiany Kelly Miranda da Costa Correa" userId="3132fc47-1712-48bc-8364-dd56cd431e4c" providerId="ADAL" clId="{B1449D55-C486-4896-92DE-489FE6CAC641}" dt="2025-05-20T18:02:06.837" v="89" actId="478"/>
          <ac:spMkLst>
            <pc:docMk/>
            <pc:sldMk cId="603040170" sldId="276"/>
            <ac:spMk id="45" creationId="{E1F85C03-D264-B3B9-CB33-40AF75FC794D}"/>
          </ac:spMkLst>
        </pc:spChg>
        <pc:spChg chg="del">
          <ac:chgData name="Cristiany Kelly Miranda da Costa Correa" userId="3132fc47-1712-48bc-8364-dd56cd431e4c" providerId="ADAL" clId="{B1449D55-C486-4896-92DE-489FE6CAC641}" dt="2025-05-20T18:01:59.012" v="86" actId="478"/>
          <ac:spMkLst>
            <pc:docMk/>
            <pc:sldMk cId="603040170" sldId="276"/>
            <ac:spMk id="46" creationId="{811140DA-9D08-97ED-1D66-282EB1355228}"/>
          </ac:spMkLst>
        </pc:spChg>
        <pc:spChg chg="del">
          <ac:chgData name="Cristiany Kelly Miranda da Costa Correa" userId="3132fc47-1712-48bc-8364-dd56cd431e4c" providerId="ADAL" clId="{B1449D55-C486-4896-92DE-489FE6CAC641}" dt="2025-05-20T18:02:10.116" v="91" actId="478"/>
          <ac:spMkLst>
            <pc:docMk/>
            <pc:sldMk cId="603040170" sldId="276"/>
            <ac:spMk id="48" creationId="{1B0153BD-008E-2827-8FB0-611563BDBE95}"/>
          </ac:spMkLst>
        </pc:spChg>
        <pc:spChg chg="del">
          <ac:chgData name="Cristiany Kelly Miranda da Costa Correa" userId="3132fc47-1712-48bc-8364-dd56cd431e4c" providerId="ADAL" clId="{B1449D55-C486-4896-92DE-489FE6CAC641}" dt="2025-05-20T18:02:11.303" v="92" actId="478"/>
          <ac:spMkLst>
            <pc:docMk/>
            <pc:sldMk cId="603040170" sldId="276"/>
            <ac:spMk id="49" creationId="{01BAD4CC-254B-A28C-C503-3DC185B5DE87}"/>
          </ac:spMkLst>
        </pc:spChg>
        <pc:spChg chg="del">
          <ac:chgData name="Cristiany Kelly Miranda da Costa Correa" userId="3132fc47-1712-48bc-8364-dd56cd431e4c" providerId="ADAL" clId="{B1449D55-C486-4896-92DE-489FE6CAC641}" dt="2025-05-20T18:02:08.464" v="90" actId="478"/>
          <ac:spMkLst>
            <pc:docMk/>
            <pc:sldMk cId="603040170" sldId="276"/>
            <ac:spMk id="52" creationId="{43093EBA-F4C1-9186-334F-75B51D460581}"/>
          </ac:spMkLst>
        </pc:spChg>
        <pc:spChg chg="del">
          <ac:chgData name="Cristiany Kelly Miranda da Costa Correa" userId="3132fc47-1712-48bc-8364-dd56cd431e4c" providerId="ADAL" clId="{B1449D55-C486-4896-92DE-489FE6CAC641}" dt="2025-05-20T18:01:56.928" v="84" actId="478"/>
          <ac:spMkLst>
            <pc:docMk/>
            <pc:sldMk cId="603040170" sldId="276"/>
            <ac:spMk id="57" creationId="{4A71B617-83B9-5E87-6183-940DF89FBF5F}"/>
          </ac:spMkLst>
        </pc:spChg>
        <pc:picChg chg="del">
          <ac:chgData name="Cristiany Kelly Miranda da Costa Correa" userId="3132fc47-1712-48bc-8364-dd56cd431e4c" providerId="ADAL" clId="{B1449D55-C486-4896-92DE-489FE6CAC641}" dt="2025-05-20T18:01:17.531" v="37" actId="478"/>
          <ac:picMkLst>
            <pc:docMk/>
            <pc:sldMk cId="603040170" sldId="276"/>
            <ac:picMk id="31" creationId="{A887CB48-5DD3-CB79-F85A-B387478D9966}"/>
          </ac:picMkLst>
        </pc:picChg>
        <pc:picChg chg="del">
          <ac:chgData name="Cristiany Kelly Miranda da Costa Correa" userId="3132fc47-1712-48bc-8364-dd56cd431e4c" providerId="ADAL" clId="{B1449D55-C486-4896-92DE-489FE6CAC641}" dt="2025-05-20T18:01:22.091" v="40" actId="478"/>
          <ac:picMkLst>
            <pc:docMk/>
            <pc:sldMk cId="603040170" sldId="276"/>
            <ac:picMk id="36" creationId="{414284FD-DE78-98C3-8C16-CCA5A44FE1E6}"/>
          </ac:picMkLst>
        </pc:picChg>
        <pc:picChg chg="del">
          <ac:chgData name="Cristiany Kelly Miranda da Costa Correa" userId="3132fc47-1712-48bc-8364-dd56cd431e4c" providerId="ADAL" clId="{B1449D55-C486-4896-92DE-489FE6CAC641}" dt="2025-05-20T18:01:57.780" v="85" actId="478"/>
          <ac:picMkLst>
            <pc:docMk/>
            <pc:sldMk cId="603040170" sldId="276"/>
            <ac:picMk id="44" creationId="{0782F6A1-B116-2622-B856-CD1B79C6C902}"/>
          </ac:picMkLst>
        </pc:picChg>
        <pc:picChg chg="del">
          <ac:chgData name="Cristiany Kelly Miranda da Costa Correa" userId="3132fc47-1712-48bc-8364-dd56cd431e4c" providerId="ADAL" clId="{B1449D55-C486-4896-92DE-489FE6CAC641}" dt="2025-05-20T18:01:56.101" v="83" actId="478"/>
          <ac:picMkLst>
            <pc:docMk/>
            <pc:sldMk cId="603040170" sldId="276"/>
            <ac:picMk id="51" creationId="{0B5CB88D-EFF6-E6BD-F7E0-A8F045CDDC1B}"/>
          </ac:picMkLst>
        </pc:picChg>
        <pc:picChg chg="del">
          <ac:chgData name="Cristiany Kelly Miranda da Costa Correa" userId="3132fc47-1712-48bc-8364-dd56cd431e4c" providerId="ADAL" clId="{B1449D55-C486-4896-92DE-489FE6CAC641}" dt="2025-05-20T18:01:52.311" v="80" actId="478"/>
          <ac:picMkLst>
            <pc:docMk/>
            <pc:sldMk cId="603040170" sldId="276"/>
            <ac:picMk id="54" creationId="{047EF4FF-D9EB-F51C-D4F6-0919007BB351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00.147" v="1374" actId="20577"/>
        <pc:sldMkLst>
          <pc:docMk/>
          <pc:sldMk cId="2369643444" sldId="277"/>
        </pc:sldMkLst>
        <pc:spChg chg="add mod">
          <ac:chgData name="Cristiany Kelly Miranda da Costa Correa" userId="3132fc47-1712-48bc-8364-dd56cd431e4c" providerId="ADAL" clId="{B1449D55-C486-4896-92DE-489FE6CAC641}" dt="2025-05-20T18:05:22.294" v="258" actId="20577"/>
          <ac:spMkLst>
            <pc:docMk/>
            <pc:sldMk cId="2369643444" sldId="277"/>
            <ac:spMk id="2" creationId="{E62FEFB8-AD06-9B3C-6ABE-7EAF41F18E6F}"/>
          </ac:spMkLst>
        </pc:spChg>
        <pc:spChg chg="mod">
          <ac:chgData name="Cristiany Kelly Miranda da Costa Correa" userId="3132fc47-1712-48bc-8364-dd56cd431e4c" providerId="ADAL" clId="{B1449D55-C486-4896-92DE-489FE6CAC641}" dt="2025-05-20T18:42:49.363" v="1345" actId="20577"/>
          <ac:spMkLst>
            <pc:docMk/>
            <pc:sldMk cId="2369643444" sldId="277"/>
            <ac:spMk id="11" creationId="{89948EF6-B21A-B501-30B3-7C051AEB4DC4}"/>
          </ac:spMkLst>
        </pc:spChg>
        <pc:spChg chg="mod">
          <ac:chgData name="Cristiany Kelly Miranda da Costa Correa" userId="3132fc47-1712-48bc-8364-dd56cd431e4c" providerId="ADAL" clId="{B1449D55-C486-4896-92DE-489FE6CAC641}" dt="2025-05-20T18:44:00.147" v="1374" actId="20577"/>
          <ac:spMkLst>
            <pc:docMk/>
            <pc:sldMk cId="2369643444" sldId="277"/>
            <ac:spMk id="12" creationId="{B2CC0F89-EAA8-FD53-8863-A6B3A69CAE8F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4:54.018" v="216" actId="20577"/>
          <ac:spMkLst>
            <pc:docMk/>
            <pc:sldMk cId="2369643444" sldId="277"/>
            <ac:spMk id="14" creationId="{564BA844-C4E3-FC34-C7E3-6E7AF5B48EED}"/>
          </ac:spMkLst>
        </pc:spChg>
        <pc:spChg chg="mod">
          <ac:chgData name="Cristiany Kelly Miranda da Costa Correa" userId="3132fc47-1712-48bc-8364-dd56cd431e4c" providerId="ADAL" clId="{B1449D55-C486-4896-92DE-489FE6CAC641}" dt="2025-05-20T18:02:55.982" v="105" actId="20577"/>
          <ac:spMkLst>
            <pc:docMk/>
            <pc:sldMk cId="2369643444" sldId="277"/>
            <ac:spMk id="17" creationId="{B51E4ADA-CB87-9F05-A9FB-4DE76C8B3C70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5:05.420" v="219" actId="20577"/>
          <ac:spMkLst>
            <pc:docMk/>
            <pc:sldMk cId="2369643444" sldId="277"/>
            <ac:spMk id="18" creationId="{99E2A5D5-681D-5AC4-2B05-70F1FD16C6A7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5:30.930" v="260" actId="20577"/>
          <ac:spMkLst>
            <pc:docMk/>
            <pc:sldMk cId="2369643444" sldId="277"/>
            <ac:spMk id="19" creationId="{C88D3DBC-DF50-DD35-2428-52D9C5C2A829}"/>
          </ac:spMkLst>
        </pc:spChg>
        <pc:spChg chg="del">
          <ac:chgData name="Cristiany Kelly Miranda da Costa Correa" userId="3132fc47-1712-48bc-8364-dd56cd431e4c" providerId="ADAL" clId="{B1449D55-C486-4896-92DE-489FE6CAC641}" dt="2025-05-20T18:02:51.977" v="103" actId="478"/>
          <ac:spMkLst>
            <pc:docMk/>
            <pc:sldMk cId="2369643444" sldId="277"/>
            <ac:spMk id="21" creationId="{D887A9E3-6B27-D4D0-0483-7687C4E5BAB6}"/>
          </ac:spMkLst>
        </pc:spChg>
        <pc:spChg chg="del">
          <ac:chgData name="Cristiany Kelly Miranda da Costa Correa" userId="3132fc47-1712-48bc-8364-dd56cd431e4c" providerId="ADAL" clId="{B1449D55-C486-4896-92DE-489FE6CAC641}" dt="2025-05-20T18:02:50.889" v="102" actId="478"/>
          <ac:spMkLst>
            <pc:docMk/>
            <pc:sldMk cId="2369643444" sldId="277"/>
            <ac:spMk id="22" creationId="{DA88CD82-3107-165A-06BB-5427988A183F}"/>
          </ac:spMkLst>
        </pc:spChg>
        <pc:spChg chg="mod">
          <ac:chgData name="Cristiany Kelly Miranda da Costa Correa" userId="3132fc47-1712-48bc-8364-dd56cd431e4c" providerId="ADAL" clId="{B1449D55-C486-4896-92DE-489FE6CAC641}" dt="2025-05-20T18:03:08.616" v="148" actId="20577"/>
          <ac:spMkLst>
            <pc:docMk/>
            <pc:sldMk cId="2369643444" sldId="277"/>
            <ac:spMk id="23" creationId="{9A573D74-062E-C105-BE08-8C36BE36E9DE}"/>
          </ac:spMkLst>
        </pc:spChg>
        <pc:picChg chg="add mod">
          <ac:chgData name="Cristiany Kelly Miranda da Costa Correa" userId="3132fc47-1712-48bc-8364-dd56cd431e4c" providerId="ADAL" clId="{B1449D55-C486-4896-92DE-489FE6CAC641}" dt="2025-05-20T18:04:41.955" v="214" actId="1076"/>
          <ac:picMkLst>
            <pc:docMk/>
            <pc:sldMk cId="2369643444" sldId="277"/>
            <ac:picMk id="5" creationId="{E75F542D-B1A0-813A-D482-B986F86A6374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04.563" v="1376" actId="20577"/>
        <pc:sldMkLst>
          <pc:docMk/>
          <pc:sldMk cId="1760522523" sldId="278"/>
        </pc:sldMkLst>
        <pc:spChg chg="mod">
          <ac:chgData name="Cristiany Kelly Miranda da Costa Correa" userId="3132fc47-1712-48bc-8364-dd56cd431e4c" providerId="ADAL" clId="{B1449D55-C486-4896-92DE-489FE6CAC641}" dt="2025-05-20T18:06:55.430" v="324" actId="20577"/>
          <ac:spMkLst>
            <pc:docMk/>
            <pc:sldMk cId="1760522523" sldId="278"/>
            <ac:spMk id="2" creationId="{8A68BF24-3EA9-34DE-18B6-7F04D1E16D6B}"/>
          </ac:spMkLst>
        </pc:spChg>
        <pc:spChg chg="mod">
          <ac:chgData name="Cristiany Kelly Miranda da Costa Correa" userId="3132fc47-1712-48bc-8364-dd56cd431e4c" providerId="ADAL" clId="{B1449D55-C486-4896-92DE-489FE6CAC641}" dt="2025-05-20T18:42:55.863" v="1348" actId="20577"/>
          <ac:spMkLst>
            <pc:docMk/>
            <pc:sldMk cId="1760522523" sldId="278"/>
            <ac:spMk id="11" creationId="{DDA77010-4993-0ABF-5E80-0DE0A201F1C8}"/>
          </ac:spMkLst>
        </pc:spChg>
        <pc:spChg chg="mod">
          <ac:chgData name="Cristiany Kelly Miranda da Costa Correa" userId="3132fc47-1712-48bc-8364-dd56cd431e4c" providerId="ADAL" clId="{B1449D55-C486-4896-92DE-489FE6CAC641}" dt="2025-05-20T18:44:04.563" v="1376" actId="20577"/>
          <ac:spMkLst>
            <pc:docMk/>
            <pc:sldMk cId="1760522523" sldId="278"/>
            <ac:spMk id="12" creationId="{A2AC423D-4805-0A87-0A70-C5207AEC4754}"/>
          </ac:spMkLst>
        </pc:spChg>
        <pc:spChg chg="del">
          <ac:chgData name="Cristiany Kelly Miranda da Costa Correa" userId="3132fc47-1712-48bc-8364-dd56cd431e4c" providerId="ADAL" clId="{B1449D55-C486-4896-92DE-489FE6CAC641}" dt="2025-05-20T18:05:54.919" v="266" actId="478"/>
          <ac:spMkLst>
            <pc:docMk/>
            <pc:sldMk cId="1760522523" sldId="278"/>
            <ac:spMk id="14" creationId="{4716260E-A3BB-5A8F-DA04-EC2288E3D9E0}"/>
          </ac:spMkLst>
        </pc:spChg>
        <pc:spChg chg="del">
          <ac:chgData name="Cristiany Kelly Miranda da Costa Correa" userId="3132fc47-1712-48bc-8364-dd56cd431e4c" providerId="ADAL" clId="{B1449D55-C486-4896-92DE-489FE6CAC641}" dt="2025-05-20T18:05:54.264" v="265" actId="478"/>
          <ac:spMkLst>
            <pc:docMk/>
            <pc:sldMk cId="1760522523" sldId="278"/>
            <ac:spMk id="18" creationId="{5FF9E92B-EB3D-87D3-2462-17214CADDA11}"/>
          </ac:spMkLst>
        </pc:spChg>
        <pc:spChg chg="del">
          <ac:chgData name="Cristiany Kelly Miranda da Costa Correa" userId="3132fc47-1712-48bc-8364-dd56cd431e4c" providerId="ADAL" clId="{B1449D55-C486-4896-92DE-489FE6CAC641}" dt="2025-05-20T18:05:53.076" v="264" actId="478"/>
          <ac:spMkLst>
            <pc:docMk/>
            <pc:sldMk cId="1760522523" sldId="278"/>
            <ac:spMk id="19" creationId="{8D828FAE-E620-43E7-B51D-C3E32FC44464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7:03.361" v="326" actId="20577"/>
          <ac:spMkLst>
            <pc:docMk/>
            <pc:sldMk cId="1760522523" sldId="278"/>
            <ac:spMk id="21" creationId="{6B628BDD-1A8D-06ED-C6B4-06C1481AEC48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7:11.314" v="328" actId="20577"/>
          <ac:spMkLst>
            <pc:docMk/>
            <pc:sldMk cId="1760522523" sldId="278"/>
            <ac:spMk id="22" creationId="{1D6D7826-B755-91DB-857D-1DED2E274D70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07:18.220" v="330" actId="20577"/>
          <ac:spMkLst>
            <pc:docMk/>
            <pc:sldMk cId="1760522523" sldId="278"/>
            <ac:spMk id="24" creationId="{B15AA8AD-4B33-DA4F-BDF1-FFFED7EB6978}"/>
          </ac:spMkLst>
        </pc:spChg>
        <pc:picChg chg="del">
          <ac:chgData name="Cristiany Kelly Miranda da Costa Correa" userId="3132fc47-1712-48bc-8364-dd56cd431e4c" providerId="ADAL" clId="{B1449D55-C486-4896-92DE-489FE6CAC641}" dt="2025-05-20T18:05:51.239" v="263" actId="478"/>
          <ac:picMkLst>
            <pc:docMk/>
            <pc:sldMk cId="1760522523" sldId="278"/>
            <ac:picMk id="5" creationId="{9B7B0070-82DF-6149-FC93-4F365489BDBA}"/>
          </ac:picMkLst>
        </pc:picChg>
        <pc:picChg chg="add mod">
          <ac:chgData name="Cristiany Kelly Miranda da Costa Correa" userId="3132fc47-1712-48bc-8364-dd56cd431e4c" providerId="ADAL" clId="{B1449D55-C486-4896-92DE-489FE6CAC641}" dt="2025-05-20T18:06:24.716" v="271" actId="1076"/>
          <ac:picMkLst>
            <pc:docMk/>
            <pc:sldMk cId="1760522523" sldId="278"/>
            <ac:picMk id="20" creationId="{77D8AADB-FA10-10E4-4E24-8A6E15502431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09.678" v="1378" actId="20577"/>
        <pc:sldMkLst>
          <pc:docMk/>
          <pc:sldMk cId="4040819516" sldId="279"/>
        </pc:sldMkLst>
        <pc:spChg chg="mod">
          <ac:chgData name="Cristiany Kelly Miranda da Costa Correa" userId="3132fc47-1712-48bc-8364-dd56cd431e4c" providerId="ADAL" clId="{B1449D55-C486-4896-92DE-489FE6CAC641}" dt="2025-05-20T18:29:40.719" v="464" actId="120"/>
          <ac:spMkLst>
            <pc:docMk/>
            <pc:sldMk cId="4040819516" sldId="279"/>
            <ac:spMk id="2" creationId="{2353CB2F-8B4B-7A3C-EC84-687483F82FAD}"/>
          </ac:spMkLst>
        </pc:spChg>
        <pc:spChg chg="mod">
          <ac:chgData name="Cristiany Kelly Miranda da Costa Correa" userId="3132fc47-1712-48bc-8364-dd56cd431e4c" providerId="ADAL" clId="{B1449D55-C486-4896-92DE-489FE6CAC641}" dt="2025-05-20T18:43:01.770" v="1351" actId="20577"/>
          <ac:spMkLst>
            <pc:docMk/>
            <pc:sldMk cId="4040819516" sldId="279"/>
            <ac:spMk id="11" creationId="{184D5A91-D45A-48D0-B84E-CD3290606566}"/>
          </ac:spMkLst>
        </pc:spChg>
        <pc:spChg chg="mod">
          <ac:chgData name="Cristiany Kelly Miranda da Costa Correa" userId="3132fc47-1712-48bc-8364-dd56cd431e4c" providerId="ADAL" clId="{B1449D55-C486-4896-92DE-489FE6CAC641}" dt="2025-05-20T18:44:09.678" v="1378" actId="20577"/>
          <ac:spMkLst>
            <pc:docMk/>
            <pc:sldMk cId="4040819516" sldId="279"/>
            <ac:spMk id="12" creationId="{993218D9-5D64-69B0-49B0-F69AF68546FC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29:48.256" v="466" actId="20577"/>
          <ac:spMkLst>
            <pc:docMk/>
            <pc:sldMk cId="4040819516" sldId="279"/>
            <ac:spMk id="14" creationId="{15D3FBCD-824C-50AB-5DA6-67931E59C1CE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0:49.382" v="481" actId="1076"/>
          <ac:spMkLst>
            <pc:docMk/>
            <pc:sldMk cId="4040819516" sldId="279"/>
            <ac:spMk id="18" creationId="{649B8053-A482-5DA1-DFAB-7FBC21924844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0:09.133" v="470" actId="20577"/>
          <ac:spMkLst>
            <pc:docMk/>
            <pc:sldMk cId="4040819516" sldId="279"/>
            <ac:spMk id="19" creationId="{B972390C-212F-325C-9FA5-853486142A43}"/>
          </ac:spMkLst>
        </pc:spChg>
        <pc:spChg chg="del">
          <ac:chgData name="Cristiany Kelly Miranda da Costa Correa" userId="3132fc47-1712-48bc-8364-dd56cd431e4c" providerId="ADAL" clId="{B1449D55-C486-4896-92DE-489FE6CAC641}" dt="2025-05-20T18:27:42.347" v="333" actId="478"/>
          <ac:spMkLst>
            <pc:docMk/>
            <pc:sldMk cId="4040819516" sldId="279"/>
            <ac:spMk id="21" creationId="{925065C0-7ED0-D1F1-1298-CAEDF18EFC8E}"/>
          </ac:spMkLst>
        </pc:spChg>
        <pc:spChg chg="del">
          <ac:chgData name="Cristiany Kelly Miranda da Costa Correa" userId="3132fc47-1712-48bc-8364-dd56cd431e4c" providerId="ADAL" clId="{B1449D55-C486-4896-92DE-489FE6CAC641}" dt="2025-05-20T18:27:44.319" v="335" actId="478"/>
          <ac:spMkLst>
            <pc:docMk/>
            <pc:sldMk cId="4040819516" sldId="279"/>
            <ac:spMk id="22" creationId="{6CAD2071-3A04-88FF-ADAF-A553096B997B}"/>
          </ac:spMkLst>
        </pc:spChg>
        <pc:spChg chg="del">
          <ac:chgData name="Cristiany Kelly Miranda da Costa Correa" userId="3132fc47-1712-48bc-8364-dd56cd431e4c" providerId="ADAL" clId="{B1449D55-C486-4896-92DE-489FE6CAC641}" dt="2025-05-20T18:27:43.211" v="334" actId="478"/>
          <ac:spMkLst>
            <pc:docMk/>
            <pc:sldMk cId="4040819516" sldId="279"/>
            <ac:spMk id="24" creationId="{998119BD-A620-0A2D-FB9E-2E4E7BCA3B8F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0:41.070" v="478" actId="1076"/>
          <ac:spMkLst>
            <pc:docMk/>
            <pc:sldMk cId="4040819516" sldId="279"/>
            <ac:spMk id="25" creationId="{9A9AD9CB-6584-ABD1-F090-4198BA0635AC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0:29.715" v="475" actId="20577"/>
          <ac:spMkLst>
            <pc:docMk/>
            <pc:sldMk cId="4040819516" sldId="279"/>
            <ac:spMk id="26" creationId="{FC8163D0-EA7C-3A0D-F88D-BD1733A43E71}"/>
          </ac:spMkLst>
        </pc:spChg>
        <pc:picChg chg="add mod">
          <ac:chgData name="Cristiany Kelly Miranda da Costa Correa" userId="3132fc47-1712-48bc-8364-dd56cd431e4c" providerId="ADAL" clId="{B1449D55-C486-4896-92DE-489FE6CAC641}" dt="2025-05-20T18:28:39.950" v="338" actId="1076"/>
          <ac:picMkLst>
            <pc:docMk/>
            <pc:sldMk cId="4040819516" sldId="279"/>
            <ac:picMk id="5" creationId="{D4F12054-BB0E-D738-E9C9-3663E952A107}"/>
          </ac:picMkLst>
        </pc:picChg>
        <pc:picChg chg="del">
          <ac:chgData name="Cristiany Kelly Miranda da Costa Correa" userId="3132fc47-1712-48bc-8364-dd56cd431e4c" providerId="ADAL" clId="{B1449D55-C486-4896-92DE-489FE6CAC641}" dt="2025-05-20T18:27:41.559" v="332" actId="478"/>
          <ac:picMkLst>
            <pc:docMk/>
            <pc:sldMk cId="4040819516" sldId="279"/>
            <ac:picMk id="20" creationId="{838EDAD2-57A4-27B9-924E-FEA473410079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14.716" v="1380" actId="20577"/>
        <pc:sldMkLst>
          <pc:docMk/>
          <pc:sldMk cId="3517622662" sldId="280"/>
        </pc:sldMkLst>
        <pc:spChg chg="mod">
          <ac:chgData name="Cristiany Kelly Miranda da Costa Correa" userId="3132fc47-1712-48bc-8364-dd56cd431e4c" providerId="ADAL" clId="{B1449D55-C486-4896-92DE-489FE6CAC641}" dt="2025-05-20T18:33:28.748" v="751" actId="313"/>
          <ac:spMkLst>
            <pc:docMk/>
            <pc:sldMk cId="3517622662" sldId="280"/>
            <ac:spMk id="2" creationId="{FCFDE2BA-8D1E-ADCF-A853-7908107AFAD8}"/>
          </ac:spMkLst>
        </pc:spChg>
        <pc:spChg chg="mod">
          <ac:chgData name="Cristiany Kelly Miranda da Costa Correa" userId="3132fc47-1712-48bc-8364-dd56cd431e4c" providerId="ADAL" clId="{B1449D55-C486-4896-92DE-489FE6CAC641}" dt="2025-05-20T18:43:10.222" v="1354" actId="20577"/>
          <ac:spMkLst>
            <pc:docMk/>
            <pc:sldMk cId="3517622662" sldId="280"/>
            <ac:spMk id="11" creationId="{7D7A6CFF-66FF-7B70-A766-A3A1346F22D5}"/>
          </ac:spMkLst>
        </pc:spChg>
        <pc:spChg chg="mod">
          <ac:chgData name="Cristiany Kelly Miranda da Costa Correa" userId="3132fc47-1712-48bc-8364-dd56cd431e4c" providerId="ADAL" clId="{B1449D55-C486-4896-92DE-489FE6CAC641}" dt="2025-05-20T18:44:14.716" v="1380" actId="20577"/>
          <ac:spMkLst>
            <pc:docMk/>
            <pc:sldMk cId="3517622662" sldId="280"/>
            <ac:spMk id="12" creationId="{A80A0C8C-09F4-C4FA-5F12-F6D20BBCD851}"/>
          </ac:spMkLst>
        </pc:spChg>
        <pc:spChg chg="del">
          <ac:chgData name="Cristiany Kelly Miranda da Costa Correa" userId="3132fc47-1712-48bc-8364-dd56cd431e4c" providerId="ADAL" clId="{B1449D55-C486-4896-92DE-489FE6CAC641}" dt="2025-05-20T18:31:00.918" v="488" actId="478"/>
          <ac:spMkLst>
            <pc:docMk/>
            <pc:sldMk cId="3517622662" sldId="280"/>
            <ac:spMk id="14" creationId="{D865251B-F9D6-8B2E-6386-B1A1448F3673}"/>
          </ac:spMkLst>
        </pc:spChg>
        <pc:spChg chg="del">
          <ac:chgData name="Cristiany Kelly Miranda da Costa Correa" userId="3132fc47-1712-48bc-8364-dd56cd431e4c" providerId="ADAL" clId="{B1449D55-C486-4896-92DE-489FE6CAC641}" dt="2025-05-20T18:30:59.484" v="487" actId="478"/>
          <ac:spMkLst>
            <pc:docMk/>
            <pc:sldMk cId="3517622662" sldId="280"/>
            <ac:spMk id="18" creationId="{D95C28E6-D2B2-D0C9-07EC-7E7BBE5441DC}"/>
          </ac:spMkLst>
        </pc:spChg>
        <pc:spChg chg="del">
          <ac:chgData name="Cristiany Kelly Miranda da Costa Correa" userId="3132fc47-1712-48bc-8364-dd56cd431e4c" providerId="ADAL" clId="{B1449D55-C486-4896-92DE-489FE6CAC641}" dt="2025-05-20T18:30:56.945" v="484" actId="478"/>
          <ac:spMkLst>
            <pc:docMk/>
            <pc:sldMk cId="3517622662" sldId="280"/>
            <ac:spMk id="19" creationId="{BA6A0449-13B2-C14C-AF1F-5A9F66E1284B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3:38.968" v="753" actId="20577"/>
          <ac:spMkLst>
            <pc:docMk/>
            <pc:sldMk cId="3517622662" sldId="280"/>
            <ac:spMk id="21" creationId="{58A58764-3152-9F28-4606-B0DA72409669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3:47.231" v="755" actId="20577"/>
          <ac:spMkLst>
            <pc:docMk/>
            <pc:sldMk cId="3517622662" sldId="280"/>
            <ac:spMk id="22" creationId="{9E0CC700-D597-F269-6012-3B02D93CA326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3:59.712" v="757" actId="20577"/>
          <ac:spMkLst>
            <pc:docMk/>
            <pc:sldMk cId="3517622662" sldId="280"/>
            <ac:spMk id="24" creationId="{E23B30AB-6387-4AC6-86A8-EF80E9E3C630}"/>
          </ac:spMkLst>
        </pc:spChg>
        <pc:spChg chg="del">
          <ac:chgData name="Cristiany Kelly Miranda da Costa Correa" userId="3132fc47-1712-48bc-8364-dd56cd431e4c" providerId="ADAL" clId="{B1449D55-C486-4896-92DE-489FE6CAC641}" dt="2025-05-20T18:30:58.647" v="486" actId="478"/>
          <ac:spMkLst>
            <pc:docMk/>
            <pc:sldMk cId="3517622662" sldId="280"/>
            <ac:spMk id="25" creationId="{2132E83B-A1E8-FD19-E863-1A72D5257EB9}"/>
          </ac:spMkLst>
        </pc:spChg>
        <pc:spChg chg="del">
          <ac:chgData name="Cristiany Kelly Miranda da Costa Correa" userId="3132fc47-1712-48bc-8364-dd56cd431e4c" providerId="ADAL" clId="{B1449D55-C486-4896-92DE-489FE6CAC641}" dt="2025-05-20T18:30:57.709" v="485" actId="478"/>
          <ac:spMkLst>
            <pc:docMk/>
            <pc:sldMk cId="3517622662" sldId="280"/>
            <ac:spMk id="26" creationId="{5A2E64FA-FB16-7F7B-2CED-D13435648612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4:25.573" v="765" actId="1076"/>
          <ac:spMkLst>
            <pc:docMk/>
            <pc:sldMk cId="3517622662" sldId="280"/>
            <ac:spMk id="27" creationId="{1D3CF82D-084C-703A-2336-47E7184F73F9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4:34.759" v="768" actId="20577"/>
          <ac:spMkLst>
            <pc:docMk/>
            <pc:sldMk cId="3517622662" sldId="280"/>
            <ac:spMk id="28" creationId="{E87AED03-8FD3-E9C2-F0E5-446B458C191D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4:45.528" v="771" actId="20577"/>
          <ac:spMkLst>
            <pc:docMk/>
            <pc:sldMk cId="3517622662" sldId="280"/>
            <ac:spMk id="29" creationId="{A1C43B94-6770-770D-1A11-FE51B4189A6B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4:57.712" v="774" actId="20577"/>
          <ac:spMkLst>
            <pc:docMk/>
            <pc:sldMk cId="3517622662" sldId="280"/>
            <ac:spMk id="30" creationId="{7CDD5359-7A16-88FE-331F-9F15C9488DBD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5:14.605" v="777" actId="20577"/>
          <ac:spMkLst>
            <pc:docMk/>
            <pc:sldMk cId="3517622662" sldId="280"/>
            <ac:spMk id="31" creationId="{31020F21-EC9F-14AD-3CCC-9331A91DF913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5:26.938" v="780" actId="20577"/>
          <ac:spMkLst>
            <pc:docMk/>
            <pc:sldMk cId="3517622662" sldId="280"/>
            <ac:spMk id="32" creationId="{86B7E7F4-67AE-AB87-3447-0920F7879838}"/>
          </ac:spMkLst>
        </pc:spChg>
        <pc:picChg chg="del">
          <ac:chgData name="Cristiany Kelly Miranda da Costa Correa" userId="3132fc47-1712-48bc-8364-dd56cd431e4c" providerId="ADAL" clId="{B1449D55-C486-4896-92DE-489FE6CAC641}" dt="2025-05-20T18:30:55.867" v="483" actId="478"/>
          <ac:picMkLst>
            <pc:docMk/>
            <pc:sldMk cId="3517622662" sldId="280"/>
            <ac:picMk id="5" creationId="{41B7F083-E072-580B-8029-D1CF15CB232A}"/>
          </ac:picMkLst>
        </pc:picChg>
        <pc:picChg chg="add mod">
          <ac:chgData name="Cristiany Kelly Miranda da Costa Correa" userId="3132fc47-1712-48bc-8364-dd56cd431e4c" providerId="ADAL" clId="{B1449D55-C486-4896-92DE-489FE6CAC641}" dt="2025-05-20T18:31:44.877" v="492" actId="14100"/>
          <ac:picMkLst>
            <pc:docMk/>
            <pc:sldMk cId="3517622662" sldId="280"/>
            <ac:picMk id="20" creationId="{DC04E089-17AA-A153-BABD-DE9261CA1A8F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19.807" v="1382" actId="20577"/>
        <pc:sldMkLst>
          <pc:docMk/>
          <pc:sldMk cId="3221760111" sldId="281"/>
        </pc:sldMkLst>
        <pc:spChg chg="mod">
          <ac:chgData name="Cristiany Kelly Miranda da Costa Correa" userId="3132fc47-1712-48bc-8364-dd56cd431e4c" providerId="ADAL" clId="{B1449D55-C486-4896-92DE-489FE6CAC641}" dt="2025-05-20T18:37:05.466" v="934" actId="20577"/>
          <ac:spMkLst>
            <pc:docMk/>
            <pc:sldMk cId="3221760111" sldId="281"/>
            <ac:spMk id="2" creationId="{43AA06F8-6B19-DE6B-488A-961D6A505CD1}"/>
          </ac:spMkLst>
        </pc:spChg>
        <pc:spChg chg="mod">
          <ac:chgData name="Cristiany Kelly Miranda da Costa Correa" userId="3132fc47-1712-48bc-8364-dd56cd431e4c" providerId="ADAL" clId="{B1449D55-C486-4896-92DE-489FE6CAC641}" dt="2025-05-20T18:43:16.329" v="1357" actId="20577"/>
          <ac:spMkLst>
            <pc:docMk/>
            <pc:sldMk cId="3221760111" sldId="281"/>
            <ac:spMk id="11" creationId="{1BB91A78-15EE-293D-E510-251F893FE61D}"/>
          </ac:spMkLst>
        </pc:spChg>
        <pc:spChg chg="mod">
          <ac:chgData name="Cristiany Kelly Miranda da Costa Correa" userId="3132fc47-1712-48bc-8364-dd56cd431e4c" providerId="ADAL" clId="{B1449D55-C486-4896-92DE-489FE6CAC641}" dt="2025-05-20T18:44:19.807" v="1382" actId="20577"/>
          <ac:spMkLst>
            <pc:docMk/>
            <pc:sldMk cId="3221760111" sldId="281"/>
            <ac:spMk id="12" creationId="{16288DD4-AE97-17EE-EF8D-611312689CCB}"/>
          </ac:spMkLst>
        </pc:spChg>
        <pc:spChg chg="add">
          <ac:chgData name="Cristiany Kelly Miranda da Costa Correa" userId="3132fc47-1712-48bc-8364-dd56cd431e4c" providerId="ADAL" clId="{B1449D55-C486-4896-92DE-489FE6CAC641}" dt="2025-05-20T18:36:22.226" v="796" actId="11529"/>
          <ac:spMkLst>
            <pc:docMk/>
            <pc:sldMk cId="3221760111" sldId="281"/>
            <ac:spMk id="14" creationId="{197DD439-EEE4-8C8D-BDB3-AAA011D6D5E1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7.169" v="792" actId="478"/>
          <ac:spMkLst>
            <pc:docMk/>
            <pc:sldMk cId="3221760111" sldId="281"/>
            <ac:spMk id="21" creationId="{2DCFB3C7-BD0C-B841-55EA-EDDCADCE0821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2.625" v="787" actId="478"/>
          <ac:spMkLst>
            <pc:docMk/>
            <pc:sldMk cId="3221760111" sldId="281"/>
            <ac:spMk id="22" creationId="{398C47C7-641C-2C92-A5A3-2F6AC692A1A9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3.580" v="788" actId="478"/>
          <ac:spMkLst>
            <pc:docMk/>
            <pc:sldMk cId="3221760111" sldId="281"/>
            <ac:spMk id="24" creationId="{D49B4F04-574C-E652-FE3A-FE7BF2041F6B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1.718" v="786" actId="478"/>
          <ac:spMkLst>
            <pc:docMk/>
            <pc:sldMk cId="3221760111" sldId="281"/>
            <ac:spMk id="27" creationId="{6918F6B3-F175-5859-874B-9CA1C30A3CFF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6.106" v="791" actId="478"/>
          <ac:spMkLst>
            <pc:docMk/>
            <pc:sldMk cId="3221760111" sldId="281"/>
            <ac:spMk id="28" creationId="{69FF1DB1-C2FB-55E6-9ACE-59C65A2D94D6}"/>
          </ac:spMkLst>
        </pc:spChg>
        <pc:spChg chg="del">
          <ac:chgData name="Cristiany Kelly Miranda da Costa Correa" userId="3132fc47-1712-48bc-8364-dd56cd431e4c" providerId="ADAL" clId="{B1449D55-C486-4896-92DE-489FE6CAC641}" dt="2025-05-20T18:35:36.784" v="784" actId="478"/>
          <ac:spMkLst>
            <pc:docMk/>
            <pc:sldMk cId="3221760111" sldId="281"/>
            <ac:spMk id="29" creationId="{D1CCC1B3-F962-B7E5-55A7-C5BA7259E93C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4.451" v="789" actId="478"/>
          <ac:spMkLst>
            <pc:docMk/>
            <pc:sldMk cId="3221760111" sldId="281"/>
            <ac:spMk id="30" creationId="{3DA36FAE-F885-844A-3A10-5F8783DAD246}"/>
          </ac:spMkLst>
        </pc:spChg>
        <pc:spChg chg="del mod">
          <ac:chgData name="Cristiany Kelly Miranda da Costa Correa" userId="3132fc47-1712-48bc-8364-dd56cd431e4c" providerId="ADAL" clId="{B1449D55-C486-4896-92DE-489FE6CAC641}" dt="2025-05-20T18:35:39.833" v="785" actId="478"/>
          <ac:spMkLst>
            <pc:docMk/>
            <pc:sldMk cId="3221760111" sldId="281"/>
            <ac:spMk id="31" creationId="{8C826858-C369-BB73-07F4-294F494DF27E}"/>
          </ac:spMkLst>
        </pc:spChg>
        <pc:spChg chg="del">
          <ac:chgData name="Cristiany Kelly Miranda da Costa Correa" userId="3132fc47-1712-48bc-8364-dd56cd431e4c" providerId="ADAL" clId="{B1449D55-C486-4896-92DE-489FE6CAC641}" dt="2025-05-20T18:35:45.313" v="790" actId="478"/>
          <ac:spMkLst>
            <pc:docMk/>
            <pc:sldMk cId="3221760111" sldId="281"/>
            <ac:spMk id="32" creationId="{D5F9D71B-8DDF-B4BE-C2F6-66D047CF343A}"/>
          </ac:spMkLst>
        </pc:spChg>
        <pc:picChg chg="add mod">
          <ac:chgData name="Cristiany Kelly Miranda da Costa Correa" userId="3132fc47-1712-48bc-8364-dd56cd431e4c" providerId="ADAL" clId="{B1449D55-C486-4896-92DE-489FE6CAC641}" dt="2025-05-20T18:36:16.740" v="795" actId="1076"/>
          <ac:picMkLst>
            <pc:docMk/>
            <pc:sldMk cId="3221760111" sldId="281"/>
            <ac:picMk id="5" creationId="{0A640ACB-8AE6-DFA0-D9F8-3D02CCCA452B}"/>
          </ac:picMkLst>
        </pc:picChg>
        <pc:picChg chg="del">
          <ac:chgData name="Cristiany Kelly Miranda da Costa Correa" userId="3132fc47-1712-48bc-8364-dd56cd431e4c" providerId="ADAL" clId="{B1449D55-C486-4896-92DE-489FE6CAC641}" dt="2025-05-20T18:35:33.960" v="782" actId="478"/>
          <ac:picMkLst>
            <pc:docMk/>
            <pc:sldMk cId="3221760111" sldId="281"/>
            <ac:picMk id="20" creationId="{6B0993AB-D443-9BD9-5309-25196BD86938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24.725" v="1384" actId="20577"/>
        <pc:sldMkLst>
          <pc:docMk/>
          <pc:sldMk cId="2028829269" sldId="282"/>
        </pc:sldMkLst>
        <pc:spChg chg="mod">
          <ac:chgData name="Cristiany Kelly Miranda da Costa Correa" userId="3132fc47-1712-48bc-8364-dd56cd431e4c" providerId="ADAL" clId="{B1449D55-C486-4896-92DE-489FE6CAC641}" dt="2025-05-20T18:39:27.486" v="1198" actId="20577"/>
          <ac:spMkLst>
            <pc:docMk/>
            <pc:sldMk cId="2028829269" sldId="282"/>
            <ac:spMk id="2" creationId="{532FDF45-7521-026C-5B97-AF3A160AE4D9}"/>
          </ac:spMkLst>
        </pc:spChg>
        <pc:spChg chg="mod">
          <ac:chgData name="Cristiany Kelly Miranda da Costa Correa" userId="3132fc47-1712-48bc-8364-dd56cd431e4c" providerId="ADAL" clId="{B1449D55-C486-4896-92DE-489FE6CAC641}" dt="2025-05-20T18:43:21.851" v="1360" actId="20577"/>
          <ac:spMkLst>
            <pc:docMk/>
            <pc:sldMk cId="2028829269" sldId="282"/>
            <ac:spMk id="11" creationId="{B5F897B9-40EA-01CA-C64B-DCB8896935EE}"/>
          </ac:spMkLst>
        </pc:spChg>
        <pc:spChg chg="mod">
          <ac:chgData name="Cristiany Kelly Miranda da Costa Correa" userId="3132fc47-1712-48bc-8364-dd56cd431e4c" providerId="ADAL" clId="{B1449D55-C486-4896-92DE-489FE6CAC641}" dt="2025-05-20T18:44:24.725" v="1384" actId="20577"/>
          <ac:spMkLst>
            <pc:docMk/>
            <pc:sldMk cId="2028829269" sldId="282"/>
            <ac:spMk id="12" creationId="{DFF1D5BE-AA00-CD5C-5B64-A23058C1DA6F}"/>
          </ac:spMkLst>
        </pc:spChg>
        <pc:spChg chg="del">
          <ac:chgData name="Cristiany Kelly Miranda da Costa Correa" userId="3132fc47-1712-48bc-8364-dd56cd431e4c" providerId="ADAL" clId="{B1449D55-C486-4896-92DE-489FE6CAC641}" dt="2025-05-20T18:37:15.003" v="937" actId="478"/>
          <ac:spMkLst>
            <pc:docMk/>
            <pc:sldMk cId="2028829269" sldId="282"/>
            <ac:spMk id="14" creationId="{503D1BBD-DDF2-1C60-1F0F-667543EC2173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8:53.131" v="1151" actId="13822"/>
          <ac:spMkLst>
            <pc:docMk/>
            <pc:sldMk cId="2028829269" sldId="282"/>
            <ac:spMk id="19" creationId="{F4E63CE8-865C-2C07-DD3A-4BA335DA3C9E}"/>
          </ac:spMkLst>
        </pc:spChg>
        <pc:spChg chg="add mod">
          <ac:chgData name="Cristiany Kelly Miranda da Costa Correa" userId="3132fc47-1712-48bc-8364-dd56cd431e4c" providerId="ADAL" clId="{B1449D55-C486-4896-92DE-489FE6CAC641}" dt="2025-05-20T18:39:11.883" v="1157" actId="14100"/>
          <ac:spMkLst>
            <pc:docMk/>
            <pc:sldMk cId="2028829269" sldId="282"/>
            <ac:spMk id="20" creationId="{0FB76659-E129-B5BD-8B4D-B15939048648}"/>
          </ac:spMkLst>
        </pc:spChg>
        <pc:picChg chg="del">
          <ac:chgData name="Cristiany Kelly Miranda da Costa Correa" userId="3132fc47-1712-48bc-8364-dd56cd431e4c" providerId="ADAL" clId="{B1449D55-C486-4896-92DE-489FE6CAC641}" dt="2025-05-20T18:37:12.989" v="936" actId="478"/>
          <ac:picMkLst>
            <pc:docMk/>
            <pc:sldMk cId="2028829269" sldId="282"/>
            <ac:picMk id="5" creationId="{CE885808-BC85-1B1A-4709-AFC6C12C9E63}"/>
          </ac:picMkLst>
        </pc:picChg>
        <pc:picChg chg="add mod">
          <ac:chgData name="Cristiany Kelly Miranda da Costa Correa" userId="3132fc47-1712-48bc-8364-dd56cd431e4c" providerId="ADAL" clId="{B1449D55-C486-4896-92DE-489FE6CAC641}" dt="2025-05-20T18:37:40.716" v="940" actId="1076"/>
          <ac:picMkLst>
            <pc:docMk/>
            <pc:sldMk cId="2028829269" sldId="282"/>
            <ac:picMk id="18" creationId="{0A29124E-060D-F636-910E-B9545DAD5F44}"/>
          </ac:picMkLst>
        </pc:picChg>
      </pc:sldChg>
      <pc:sldChg chg="addSp delSp modSp add mod">
        <pc:chgData name="Cristiany Kelly Miranda da Costa Correa" userId="3132fc47-1712-48bc-8364-dd56cd431e4c" providerId="ADAL" clId="{B1449D55-C486-4896-92DE-489FE6CAC641}" dt="2025-05-20T18:44:29.429" v="1386" actId="20577"/>
        <pc:sldMkLst>
          <pc:docMk/>
          <pc:sldMk cId="2291015262" sldId="283"/>
        </pc:sldMkLst>
        <pc:spChg chg="mod">
          <ac:chgData name="Cristiany Kelly Miranda da Costa Correa" userId="3132fc47-1712-48bc-8364-dd56cd431e4c" providerId="ADAL" clId="{B1449D55-C486-4896-92DE-489FE6CAC641}" dt="2025-05-20T18:41:58.406" v="1335" actId="20577"/>
          <ac:spMkLst>
            <pc:docMk/>
            <pc:sldMk cId="2291015262" sldId="283"/>
            <ac:spMk id="2" creationId="{1249656C-6CF1-9CB1-1856-18A81991C327}"/>
          </ac:spMkLst>
        </pc:spChg>
        <pc:spChg chg="mod ord">
          <ac:chgData name="Cristiany Kelly Miranda da Costa Correa" userId="3132fc47-1712-48bc-8364-dd56cd431e4c" providerId="ADAL" clId="{B1449D55-C486-4896-92DE-489FE6CAC641}" dt="2025-05-20T18:40:27.879" v="1209" actId="1076"/>
          <ac:spMkLst>
            <pc:docMk/>
            <pc:sldMk cId="2291015262" sldId="283"/>
            <ac:spMk id="3" creationId="{AE798374-FA6F-E3BE-D04F-9C670AB37F84}"/>
          </ac:spMkLst>
        </pc:spChg>
        <pc:spChg chg="mod">
          <ac:chgData name="Cristiany Kelly Miranda da Costa Correa" userId="3132fc47-1712-48bc-8364-dd56cd431e4c" providerId="ADAL" clId="{B1449D55-C486-4896-92DE-489FE6CAC641}" dt="2025-05-20T18:43:29.664" v="1363" actId="20577"/>
          <ac:spMkLst>
            <pc:docMk/>
            <pc:sldMk cId="2291015262" sldId="283"/>
            <ac:spMk id="11" creationId="{CC044E80-F883-6847-90AE-F78FC7877BED}"/>
          </ac:spMkLst>
        </pc:spChg>
        <pc:spChg chg="mod">
          <ac:chgData name="Cristiany Kelly Miranda da Costa Correa" userId="3132fc47-1712-48bc-8364-dd56cd431e4c" providerId="ADAL" clId="{B1449D55-C486-4896-92DE-489FE6CAC641}" dt="2025-05-20T18:44:29.429" v="1386" actId="20577"/>
          <ac:spMkLst>
            <pc:docMk/>
            <pc:sldMk cId="2291015262" sldId="283"/>
            <ac:spMk id="12" creationId="{3F3FAECD-BAE2-024F-DFF9-1B3DF2507FD1}"/>
          </ac:spMkLst>
        </pc:spChg>
        <pc:spChg chg="del">
          <ac:chgData name="Cristiany Kelly Miranda da Costa Correa" userId="3132fc47-1712-48bc-8364-dd56cd431e4c" providerId="ADAL" clId="{B1449D55-C486-4896-92DE-489FE6CAC641}" dt="2025-05-20T18:39:33.837" v="1201" actId="478"/>
          <ac:spMkLst>
            <pc:docMk/>
            <pc:sldMk cId="2291015262" sldId="283"/>
            <ac:spMk id="19" creationId="{1A97C8B2-8D93-8BDA-AFEA-9E28BE64CFAE}"/>
          </ac:spMkLst>
        </pc:spChg>
        <pc:spChg chg="del">
          <ac:chgData name="Cristiany Kelly Miranda da Costa Correa" userId="3132fc47-1712-48bc-8364-dd56cd431e4c" providerId="ADAL" clId="{B1449D55-C486-4896-92DE-489FE6CAC641}" dt="2025-05-20T18:39:34.984" v="1202" actId="478"/>
          <ac:spMkLst>
            <pc:docMk/>
            <pc:sldMk cId="2291015262" sldId="283"/>
            <ac:spMk id="20" creationId="{D8E39A0D-0C5F-700E-855A-6C85A87B1149}"/>
          </ac:spMkLst>
        </pc:spChg>
        <pc:spChg chg="add">
          <ac:chgData name="Cristiany Kelly Miranda da Costa Correa" userId="3132fc47-1712-48bc-8364-dd56cd431e4c" providerId="ADAL" clId="{B1449D55-C486-4896-92DE-489FE6CAC641}" dt="2025-05-20T18:42:04.555" v="1336" actId="11529"/>
          <ac:spMkLst>
            <pc:docMk/>
            <pc:sldMk cId="2291015262" sldId="283"/>
            <ac:spMk id="22" creationId="{F995C35A-171A-F1F9-E086-CB6C64601C21}"/>
          </ac:spMkLst>
        </pc:spChg>
        <pc:spChg chg="mod">
          <ac:chgData name="Cristiany Kelly Miranda da Costa Correa" userId="3132fc47-1712-48bc-8364-dd56cd431e4c" providerId="ADAL" clId="{B1449D55-C486-4896-92DE-489FE6CAC641}" dt="2025-05-20T18:40:47.505" v="1247" actId="20577"/>
          <ac:spMkLst>
            <pc:docMk/>
            <pc:sldMk cId="2291015262" sldId="283"/>
            <ac:spMk id="23" creationId="{C615A462-8826-559B-2858-05DA76CB7675}"/>
          </ac:spMkLst>
        </pc:spChg>
        <pc:picChg chg="add mod ord">
          <ac:chgData name="Cristiany Kelly Miranda da Costa Correa" userId="3132fc47-1712-48bc-8364-dd56cd431e4c" providerId="ADAL" clId="{B1449D55-C486-4896-92DE-489FE6CAC641}" dt="2025-05-20T18:41:29.945" v="1251" actId="1076"/>
          <ac:picMkLst>
            <pc:docMk/>
            <pc:sldMk cId="2291015262" sldId="283"/>
            <ac:picMk id="5" creationId="{5F3B7E13-047B-247C-852B-4ED3F2F3CDA4}"/>
          </ac:picMkLst>
        </pc:picChg>
        <pc:picChg chg="del">
          <ac:chgData name="Cristiany Kelly Miranda da Costa Correa" userId="3132fc47-1712-48bc-8364-dd56cd431e4c" providerId="ADAL" clId="{B1449D55-C486-4896-92DE-489FE6CAC641}" dt="2025-05-20T18:39:33.036" v="1200" actId="478"/>
          <ac:picMkLst>
            <pc:docMk/>
            <pc:sldMk cId="2291015262" sldId="283"/>
            <ac:picMk id="18" creationId="{AD120BBF-A10D-9DA3-972B-D528268C2198}"/>
          </ac:picMkLst>
        </pc:picChg>
        <pc:picChg chg="add mod">
          <ac:chgData name="Cristiany Kelly Miranda da Costa Correa" userId="3132fc47-1712-48bc-8364-dd56cd431e4c" providerId="ADAL" clId="{B1449D55-C486-4896-92DE-489FE6CAC641}" dt="2025-05-20T18:41:34.612" v="1255" actId="1076"/>
          <ac:picMkLst>
            <pc:docMk/>
            <pc:sldMk cId="2291015262" sldId="283"/>
            <ac:picMk id="21" creationId="{01645837-7F8A-1E81-FE84-A92ABBF295C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inel.autentique.com.br/pastas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msolucoesdigitail.com.br/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0931" y="890546"/>
            <a:ext cx="12177859" cy="52814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OCI NO SISTEMA GW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7232469-F647-ADD9-275C-FD6F61C5FC24}"/>
              </a:ext>
            </a:extLst>
          </p:cNvPr>
          <p:cNvSpPr/>
          <p:nvPr/>
        </p:nvSpPr>
        <p:spPr>
          <a:xfrm>
            <a:off x="10118035" y="910396"/>
            <a:ext cx="2048893" cy="52615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Após Inserirmos na planilha  o numero de OCI enviado pela LUFT no e-mail e agendar a carga (Processo visto na IT – ADMLUFT-001)</a:t>
            </a:r>
          </a:p>
          <a:p>
            <a:endParaRPr lang="pt-BR" sz="1400" dirty="0"/>
          </a:p>
          <a:p>
            <a:r>
              <a:rPr lang="pt-BR" sz="1400" dirty="0"/>
              <a:t>Nós vamos criar o Documento no sistema e enviar via </a:t>
            </a:r>
            <a:r>
              <a:rPr lang="pt-BR" sz="1400" dirty="0" err="1"/>
              <a:t>autentic</a:t>
            </a:r>
            <a:r>
              <a:rPr lang="pt-BR" sz="1400" dirty="0"/>
              <a:t> para assinatura .</a:t>
            </a:r>
          </a:p>
          <a:p>
            <a:r>
              <a:rPr lang="pt-BR" sz="1400" dirty="0"/>
              <a:t> </a:t>
            </a:r>
          </a:p>
          <a:p>
            <a:r>
              <a:rPr lang="pt-BR" sz="1400" dirty="0"/>
              <a:t>Acompanhar os passos:</a:t>
            </a:r>
          </a:p>
          <a:p>
            <a:r>
              <a:rPr lang="pt-BR" sz="1400" dirty="0"/>
              <a:t>1. Entrar na página da GW gwsistemas.gwcloud.com.br - com login e senha;</a:t>
            </a:r>
          </a:p>
          <a:p>
            <a:r>
              <a:rPr lang="pt-BR" sz="1400" dirty="0"/>
              <a:t>2. Clicar em Lançamentos;</a:t>
            </a:r>
          </a:p>
          <a:p>
            <a:r>
              <a:rPr lang="pt-BR" sz="1400" dirty="0"/>
              <a:t>3. Clicar em coletas OS; </a:t>
            </a:r>
          </a:p>
          <a:p>
            <a:endParaRPr lang="pt-BR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5CDC688B-1886-59E9-F626-CFE4547AB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50" y="1299578"/>
            <a:ext cx="9956485" cy="4773676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5AFB4A4E-E8E2-B6E9-B184-45410BDA40ED}"/>
              </a:ext>
            </a:extLst>
          </p:cNvPr>
          <p:cNvSpPr/>
          <p:nvPr/>
        </p:nvSpPr>
        <p:spPr>
          <a:xfrm>
            <a:off x="579928" y="1187355"/>
            <a:ext cx="743905" cy="481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2EB05A8E-6ED6-945E-626E-DDD7C24C52DB}"/>
              </a:ext>
            </a:extLst>
          </p:cNvPr>
          <p:cNvSpPr/>
          <p:nvPr/>
        </p:nvSpPr>
        <p:spPr>
          <a:xfrm>
            <a:off x="1104280" y="3389526"/>
            <a:ext cx="743905" cy="481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0F055BC3-0ABA-C83F-B7C4-94F41DC1F61F}"/>
              </a:ext>
            </a:extLst>
          </p:cNvPr>
          <p:cNvSpPr/>
          <p:nvPr/>
        </p:nvSpPr>
        <p:spPr>
          <a:xfrm>
            <a:off x="1273593" y="5225150"/>
            <a:ext cx="743905" cy="481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4363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82F3-B99D-DAFA-F924-122218DD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4E442CC-88ED-B8BC-BCF3-CE64D822E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FF35E43-7699-BBD2-BE1B-76E4F698224D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743567C-3E14-EAB4-C69F-B5635DBF077C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3547DE-3200-AC37-55E6-C473203A58E2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FE84AA3-9DE2-FCF7-401A-4CA728F1A235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C4353D-4E6E-3A77-66BA-E5F1AA32FD03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77F572-3777-F2AC-CBCA-D8E2F3DF754C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3B76A6-619E-A136-DF6B-555CD6DD5F10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4770DCB-8B0E-C882-5133-23C0B4ED9B7A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9A456C6-ACCB-A2FC-F8D7-FADE575E0CF0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9511EA7-3224-A519-FD32-416CA5398F0D}"/>
              </a:ext>
            </a:extLst>
          </p:cNvPr>
          <p:cNvSpPr/>
          <p:nvPr/>
        </p:nvSpPr>
        <p:spPr>
          <a:xfrm>
            <a:off x="0" y="890546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FB47553-6A22-1005-150F-CA83CB8C22AB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94CBD47-5F37-FF2E-BE8D-37958BC194F9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OCI NO SISTEMA GW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2C4C0FC-DDD1-0A1F-68C8-57764454E74A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4. Clicar em incluir novo cadastro </a:t>
            </a:r>
          </a:p>
          <a:p>
            <a:pPr marL="342900" indent="-342900" algn="ctr">
              <a:buAutoNum type="arabicPeriod"/>
            </a:pPr>
            <a:endParaRPr lang="pt-BR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086F4E22-66A4-54A7-3798-1BC2C2AE0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5" y="1378723"/>
            <a:ext cx="9131836" cy="4614453"/>
          </a:xfrm>
          <a:prstGeom prst="rect">
            <a:avLst/>
          </a:prstGeom>
        </p:spPr>
      </p:pic>
      <p:sp>
        <p:nvSpPr>
          <p:cNvPr id="40" name="Seta: para Cima 39">
            <a:extLst>
              <a:ext uri="{FF2B5EF4-FFF2-40B4-BE49-F238E27FC236}">
                <a16:creationId xmlns:a16="http://schemas.microsoft.com/office/drawing/2014/main" id="{60997517-4C69-952E-C42C-70FCC51B0E5D}"/>
              </a:ext>
            </a:extLst>
          </p:cNvPr>
          <p:cNvSpPr/>
          <p:nvPr/>
        </p:nvSpPr>
        <p:spPr>
          <a:xfrm>
            <a:off x="3809245" y="2531952"/>
            <a:ext cx="378442" cy="66981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3975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B0C2-C5E5-C4DC-2C75-FDC7B1F7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407F56C-25B6-6C94-EBDE-4F1BA64AB4E4}"/>
              </a:ext>
            </a:extLst>
          </p:cNvPr>
          <p:cNvSpPr/>
          <p:nvPr/>
        </p:nvSpPr>
        <p:spPr>
          <a:xfrm>
            <a:off x="0" y="890547"/>
            <a:ext cx="12192000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6099691D-C65A-D347-4EA3-1C65499DF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68" y="1191059"/>
            <a:ext cx="8338387" cy="372921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8410050-7F9A-C5E8-164B-85778A36F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CE4CF42-FE95-2C9F-FA17-7B95B62DD3F2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5F580A8-8DCA-E177-1F20-1F31B1F7044A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4604CE-524B-AE6C-2D37-0E50D5D47ACD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E57E94-194C-1D9A-EDB7-C340781A9FDB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FC8056D-65B1-E8DC-6436-41F6C154E29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B55D86-6A9D-1D3F-D0AF-E280DE927949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0A19F67-FD27-3CD7-8EB9-1004AACBA321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A8C61C6-FA57-1EE8-9ADD-92BC5587968E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7FDB35E-E3B0-98B2-E8E9-F41CD476680B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0BCEF75-D7B1-F20E-996C-BEEE0F22567F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CD86865-E7D0-BDD9-4AE8-580FF4B37A2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OCI NO SISTEMA GW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3B776AA-3750-4A27-6F0B-7083E4B93A5F}"/>
              </a:ext>
            </a:extLst>
          </p:cNvPr>
          <p:cNvSpPr/>
          <p:nvPr/>
        </p:nvSpPr>
        <p:spPr>
          <a:xfrm>
            <a:off x="8746513" y="910396"/>
            <a:ext cx="3431345" cy="5272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5. Preencher no campo Numero o numero da OCI que foi enviado via e-mail pela LUFT;</a:t>
            </a:r>
          </a:p>
          <a:p>
            <a:endParaRPr lang="pt-BR" sz="1400" dirty="0"/>
          </a:p>
          <a:p>
            <a:r>
              <a:rPr lang="pt-BR" sz="1400" dirty="0"/>
              <a:t>6. Preencher Programado para colocar a data do agendamento, não é necessário preencher o horário;</a:t>
            </a:r>
          </a:p>
          <a:p>
            <a:endParaRPr lang="pt-BR" sz="1400" dirty="0"/>
          </a:p>
          <a:p>
            <a:r>
              <a:rPr lang="pt-BR" sz="1400" dirty="0"/>
              <a:t>7. Preencher o cliente – pesquisar por cidade do remetente; </a:t>
            </a:r>
          </a:p>
          <a:p>
            <a:endParaRPr lang="pt-BR" sz="1400" dirty="0"/>
          </a:p>
          <a:p>
            <a:r>
              <a:rPr lang="pt-BR" sz="1400" dirty="0"/>
              <a:t>8. Preencher o Destinatário – pesquisar por cidade do Destinatário; </a:t>
            </a:r>
          </a:p>
          <a:p>
            <a:endParaRPr lang="pt-BR" sz="1400" dirty="0"/>
          </a:p>
          <a:p>
            <a:r>
              <a:rPr lang="pt-BR" sz="1400" dirty="0"/>
              <a:t>9. Preencher o motorista na aba dados da coleta;</a:t>
            </a:r>
          </a:p>
          <a:p>
            <a:endParaRPr lang="pt-BR" sz="1400" dirty="0"/>
          </a:p>
          <a:p>
            <a:r>
              <a:rPr lang="pt-BR" sz="1400" dirty="0"/>
              <a:t>10. Em observações colocar texto pronto de observações;</a:t>
            </a:r>
          </a:p>
          <a:p>
            <a:endParaRPr lang="pt-BR" sz="1400" dirty="0"/>
          </a:p>
          <a:p>
            <a:r>
              <a:rPr lang="pt-BR" sz="1400" dirty="0"/>
              <a:t>11. Salvar em uma pasta de trabalho para enviar via </a:t>
            </a:r>
            <a:r>
              <a:rPr lang="pt-BR" sz="1400" dirty="0" err="1"/>
              <a:t>autentic</a:t>
            </a:r>
            <a:r>
              <a:rPr lang="pt-BR" sz="1400" dirty="0"/>
              <a:t>.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664F7D41-39F1-EDEA-60DF-BD08D9E43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921" y="4882429"/>
            <a:ext cx="5621930" cy="1250352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E01BB26B-0074-0858-AB34-3A6B479B91B2}"/>
              </a:ext>
            </a:extLst>
          </p:cNvPr>
          <p:cNvSpPr/>
          <p:nvPr/>
        </p:nvSpPr>
        <p:spPr>
          <a:xfrm>
            <a:off x="1855601" y="1833371"/>
            <a:ext cx="846655" cy="3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05F11595-ACB1-5848-CA1C-5FFCBE45A6AB}"/>
              </a:ext>
            </a:extLst>
          </p:cNvPr>
          <p:cNvSpPr/>
          <p:nvPr/>
        </p:nvSpPr>
        <p:spPr>
          <a:xfrm>
            <a:off x="3444456" y="2018037"/>
            <a:ext cx="846655" cy="3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BAC781E5-6B14-291C-293B-E9AFB697ACB1}"/>
              </a:ext>
            </a:extLst>
          </p:cNvPr>
          <p:cNvSpPr/>
          <p:nvPr/>
        </p:nvSpPr>
        <p:spPr>
          <a:xfrm>
            <a:off x="3411089" y="2823776"/>
            <a:ext cx="641445" cy="514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4749991E-C587-6794-C52B-2A3BAD343D77}"/>
              </a:ext>
            </a:extLst>
          </p:cNvPr>
          <p:cNvSpPr/>
          <p:nvPr/>
        </p:nvSpPr>
        <p:spPr>
          <a:xfrm>
            <a:off x="3546242" y="3853102"/>
            <a:ext cx="641445" cy="514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22A14207-834D-DE80-ECD1-530944ECDEC0}"/>
              </a:ext>
            </a:extLst>
          </p:cNvPr>
          <p:cNvSpPr/>
          <p:nvPr/>
        </p:nvSpPr>
        <p:spPr>
          <a:xfrm>
            <a:off x="414772" y="2364185"/>
            <a:ext cx="641445" cy="514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457E0733-1C0C-03A7-E786-E37780D2C29F}"/>
              </a:ext>
            </a:extLst>
          </p:cNvPr>
          <p:cNvSpPr/>
          <p:nvPr/>
        </p:nvSpPr>
        <p:spPr>
          <a:xfrm rot="16200000">
            <a:off x="569842" y="5490125"/>
            <a:ext cx="641445" cy="514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C85A0889-9D62-A59A-F950-8A268010BBE9}"/>
              </a:ext>
            </a:extLst>
          </p:cNvPr>
          <p:cNvSpPr/>
          <p:nvPr/>
        </p:nvSpPr>
        <p:spPr>
          <a:xfrm>
            <a:off x="2246975" y="5643186"/>
            <a:ext cx="641445" cy="514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003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85F9-CE79-F9B9-702E-21B56291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88A6625F-4120-1017-2907-0849762A2F7F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D5E597-8BA1-3B80-E823-944C0C198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0B796AA-858D-AE9F-EC96-E919CDE0F4F8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C8756FB-CEE1-7DC6-1008-E3B64795F9E6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DDB7B24-CDFE-B387-1267-7BBD3E5AED8E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8D19F0-D3E0-5298-D823-F4F22D1DDBED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93EF544-DB87-5F7D-C634-AFA16FC6CF25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56257BA-0707-1A57-4023-6598F5BBAA4A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E36CAB5-180A-F4DD-3123-4E786186CA75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5C0B97B-85AB-DF40-2ABB-1FFA99E2BF7E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5FD7FA9-96D5-B7B0-4C0D-9535C0791E37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F1EDEB5-B87C-585D-D915-F3868D0261F0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 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7E80249-C476-D2F8-9AD5-94C87FEEC849}"/>
              </a:ext>
            </a:extLst>
          </p:cNvPr>
          <p:cNvSpPr txBox="1"/>
          <p:nvPr/>
        </p:nvSpPr>
        <p:spPr>
          <a:xfrm>
            <a:off x="1461197" y="1659988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TEXTO PARA ORDEM DE COLETA</a:t>
            </a:r>
          </a:p>
        </p:txBody>
      </p:sp>
      <p:sp>
        <p:nvSpPr>
          <p:cNvPr id="21" name="Balão de Fala: Retângulo 20">
            <a:extLst>
              <a:ext uri="{FF2B5EF4-FFF2-40B4-BE49-F238E27FC236}">
                <a16:creationId xmlns:a16="http://schemas.microsoft.com/office/drawing/2014/main" id="{1B5122DF-8167-BF1D-C20B-9BD7651B4CCC}"/>
              </a:ext>
            </a:extLst>
          </p:cNvPr>
          <p:cNvSpPr/>
          <p:nvPr/>
        </p:nvSpPr>
        <p:spPr>
          <a:xfrm>
            <a:off x="6963508" y="1659988"/>
            <a:ext cx="2869809" cy="787790"/>
          </a:xfrm>
          <a:prstGeom prst="wedgeRectCallout">
            <a:avLst>
              <a:gd name="adj1" fmla="val -49002"/>
              <a:gd name="adj2" fmla="val 860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Salvo em controle de frete/ Luft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0FF51ABB-49FA-AB00-2EB2-E33232291CAD}"/>
              </a:ext>
            </a:extLst>
          </p:cNvPr>
          <p:cNvSpPr/>
          <p:nvPr/>
        </p:nvSpPr>
        <p:spPr>
          <a:xfrm>
            <a:off x="1009934" y="2142699"/>
            <a:ext cx="5773003" cy="2784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r>
              <a:rPr lang="pt-BR" dirty="0"/>
              <a:t>INICIAR VIAGEM SOMENTE COM A SST OU N.F. / PESO MÍNIMO 1.500 KGS. (</a:t>
            </a:r>
            <a:r>
              <a:rPr lang="pt-BR" dirty="0" err="1"/>
              <a:t>Respvel</a:t>
            </a:r>
            <a:r>
              <a:rPr lang="pt-BR" dirty="0"/>
              <a:t>.: Motorista)</a:t>
            </a:r>
          </a:p>
          <a:p>
            <a:pPr algn="ctr"/>
            <a:r>
              <a:rPr lang="pt-BR" dirty="0"/>
              <a:t>DECLARO TER ENTREGUE EMBALAGENS TRIPLICES LAVADAS CONFORME OCI ACIMA. (</a:t>
            </a:r>
            <a:r>
              <a:rPr lang="pt-BR" dirty="0" err="1"/>
              <a:t>Respvel</a:t>
            </a:r>
            <a:r>
              <a:rPr lang="pt-BR" dirty="0"/>
              <a:t>.: Posto)</a:t>
            </a:r>
          </a:p>
          <a:p>
            <a:pPr algn="ctr"/>
            <a:r>
              <a:rPr lang="pt-BR" dirty="0"/>
              <a:t>INICIAR VIAGEM SOMENTE COM O RECBTO. DO </a:t>
            </a:r>
            <a:r>
              <a:rPr lang="pt-BR" dirty="0" err="1"/>
              <a:t>MDFe</a:t>
            </a:r>
            <a:r>
              <a:rPr lang="pt-BR" dirty="0"/>
              <a:t> E LIBERAÇÃO  DA ATOS.(</a:t>
            </a:r>
            <a:r>
              <a:rPr lang="pt-BR" dirty="0" err="1"/>
              <a:t>Respvel:Motorista</a:t>
            </a:r>
            <a:r>
              <a:rPr lang="pt-BR" dirty="0"/>
              <a:t>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0FD44E-CED8-9706-AFAC-F5D960046BA9}"/>
              </a:ext>
            </a:extLst>
          </p:cNvPr>
          <p:cNvSpPr txBox="1"/>
          <p:nvPr/>
        </p:nvSpPr>
        <p:spPr>
          <a:xfrm>
            <a:off x="573301" y="854285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CRIAR OCI NO SISTEMA GW</a:t>
            </a:r>
          </a:p>
        </p:txBody>
      </p:sp>
    </p:spTree>
    <p:extLst>
      <p:ext uri="{BB962C8B-B14F-4D97-AF65-F5344CB8AC3E}">
        <p14:creationId xmlns:p14="http://schemas.microsoft.com/office/powerpoint/2010/main" val="603040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1EAA8-417B-BAEC-037C-509954AA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864535B-AD8D-EF56-5800-CFD176E54FF4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5EBEEC-0C72-2C64-D010-DC52F6512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72A6D5F-2646-E402-D759-684880596357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E713BE9-491C-5CAE-DD30-62C913A9B12B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894F495-5ACA-E636-128E-F002A0062BCC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AEB925B-9B3C-2D7C-7F22-7D8BEC4EB673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9948EF6-B21A-B501-30B3-7C051AEB4DC4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2CC0F89-EAA8-FD53-8863-A6B3A69CAE8F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AAAF4B7-31AC-58AF-ABDC-DFEE7EC556C9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6C2BBB3-B0A1-0946-D298-DD291C4A1A08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3A59222-2ED0-FA02-97CF-CEA6D306FCF7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51E4ADA-CB87-9F05-A9FB-4DE76C8B3C70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A573D74-062E-C105-BE08-8C36BE36E9DE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2FEFB8-AD06-9B3C-6ABE-7EAF41F18E6F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bg1"/>
                </a:solidFill>
              </a:rPr>
              <a:t>1. Acessar o site: </a:t>
            </a:r>
            <a:r>
              <a:rPr lang="pt-BR" sz="1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painel.autentique.com.br/pastas</a:t>
            </a:r>
            <a:r>
              <a:rPr lang="pt-BR" sz="1400" dirty="0">
                <a:solidFill>
                  <a:schemeClr val="bg1"/>
                </a:solidFill>
              </a:rPr>
              <a:t> (necessário login e senha);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2. Clicar em Documentos;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3. Novo Documento.</a:t>
            </a:r>
          </a:p>
          <a:p>
            <a:pPr algn="ctr"/>
            <a:endParaRPr lang="pt-BR" sz="1400" dirty="0">
              <a:solidFill>
                <a:schemeClr val="bg1"/>
              </a:solidFill>
            </a:endParaRPr>
          </a:p>
          <a:p>
            <a:pPr marL="342900" indent="-342900" algn="ctr">
              <a:buAutoNum type="arabicPeriod"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5F542D-B1A0-813A-D482-B986F86A6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806" y="1307345"/>
            <a:ext cx="5210175" cy="4486275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564BA844-C4E3-FC34-C7E3-6E7AF5B48EED}"/>
              </a:ext>
            </a:extLst>
          </p:cNvPr>
          <p:cNvSpPr/>
          <p:nvPr/>
        </p:nvSpPr>
        <p:spPr>
          <a:xfrm>
            <a:off x="2093843" y="1383632"/>
            <a:ext cx="90202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99E2A5D5-681D-5AC4-2B05-70F1FD16C6A7}"/>
              </a:ext>
            </a:extLst>
          </p:cNvPr>
          <p:cNvSpPr/>
          <p:nvPr/>
        </p:nvSpPr>
        <p:spPr>
          <a:xfrm>
            <a:off x="1967685" y="2850874"/>
            <a:ext cx="577168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9" name="Seta: para Cima 18">
            <a:extLst>
              <a:ext uri="{FF2B5EF4-FFF2-40B4-BE49-F238E27FC236}">
                <a16:creationId xmlns:a16="http://schemas.microsoft.com/office/drawing/2014/main" id="{C88D3DBC-DF50-DD35-2428-52D9C5C2A829}"/>
              </a:ext>
            </a:extLst>
          </p:cNvPr>
          <p:cNvSpPr/>
          <p:nvPr/>
        </p:nvSpPr>
        <p:spPr>
          <a:xfrm>
            <a:off x="3729789" y="3308074"/>
            <a:ext cx="577168" cy="84638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69643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AFF6C-EDAC-76E7-2BFC-0A5E1515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14E2694F-41AD-DAF2-39A2-570C0188C3D6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A81C59B-D208-3A67-7105-AE656AE1E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59C43BF-E146-98C1-59B9-BF8D31C43535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C76173-D10F-BC5B-9C7E-CBC892CACBDB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A1DC49-BE9E-2A94-13EE-5A4DA7F7EF26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38193D9-20E8-59E1-C018-0379703908C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DA77010-4993-0ABF-5E80-0DE0A201F1C8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2AC423D-4805-0A87-0A70-C5207AEC4754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FF1AA61-640F-563F-18CA-C23093727182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9A89886-DBD2-3396-39E7-640F2158CBF8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D3141D9-8E83-3668-D284-2579C9704528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F7F2D51-D298-44D1-364F-B6D60317CF18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42DC19A-9928-2177-EE74-632680EC68A7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68BF24-3EA9-34DE-18B6-7F04D1E16D6B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bg1"/>
                </a:solidFill>
              </a:rPr>
              <a:t>4. Clica em seleciona arquivo;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5. Seleciona PDF;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6. Abrir.</a:t>
            </a:r>
          </a:p>
          <a:p>
            <a:pPr marL="342900" indent="-342900" algn="ctr">
              <a:buAutoNum type="arabicPeriod"/>
            </a:pPr>
            <a:endParaRPr lang="pt-BR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7D8AADB-FA10-10E4-4E24-8A6E15502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7" y="1656683"/>
            <a:ext cx="9546807" cy="3964417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6B628BDD-1A8D-06ED-C6B4-06C1481AEC48}"/>
              </a:ext>
            </a:extLst>
          </p:cNvPr>
          <p:cNvSpPr/>
          <p:nvPr/>
        </p:nvSpPr>
        <p:spPr>
          <a:xfrm>
            <a:off x="5883442" y="3777916"/>
            <a:ext cx="733926" cy="6978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1D6D7826-B755-91DB-857D-1DED2E274D70}"/>
              </a:ext>
            </a:extLst>
          </p:cNvPr>
          <p:cNvSpPr/>
          <p:nvPr/>
        </p:nvSpPr>
        <p:spPr>
          <a:xfrm>
            <a:off x="579928" y="2899611"/>
            <a:ext cx="1140588" cy="529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B15AA8AD-4B33-DA4F-BDF1-FFFED7EB6978}"/>
              </a:ext>
            </a:extLst>
          </p:cNvPr>
          <p:cNvSpPr/>
          <p:nvPr/>
        </p:nvSpPr>
        <p:spPr>
          <a:xfrm>
            <a:off x="3260558" y="4908884"/>
            <a:ext cx="637674" cy="4382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052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9CB3-48F0-BBD4-9A4A-69F93D4A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CE6B2CF-A3D8-7F43-1589-33D7713334AD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180FA03-FF5B-5609-729C-70AE09D3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3F4E147-5478-D723-5748-8D6EB895271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935796-200F-90C0-4461-B8BC582DB6B8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72FAAE-6B2F-DAF9-CE79-EC17BC25DE4F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133E46-3F1A-63DB-C7A6-2AB1F07C63C5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84D5A91-D45A-48D0-B84E-CD3290606566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93218D9-5D64-69B0-49B0-F69AF68546FC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7A6899A-F82E-807A-33B5-D62AA93AA22E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409DD37-F36E-5D33-37E6-6F53DEA77B74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06FB3B-CDC3-F453-2A67-FB9609929C2D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A5812BD-5091-EC44-2FBE-E4FB97483B09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F7CF96-37D5-434D-EE8E-065E4BE4EF9B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53CB2F-8B4B-7A3C-EC84-687483F82FAD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7. Seleciona a opção Link;</a:t>
            </a:r>
          </a:p>
          <a:p>
            <a:endParaRPr lang="pt-BR" sz="1400" dirty="0"/>
          </a:p>
          <a:p>
            <a:r>
              <a:rPr lang="pt-BR" sz="1400" dirty="0"/>
              <a:t>8. Coloca o nome do motorista;</a:t>
            </a:r>
          </a:p>
          <a:p>
            <a:endParaRPr lang="pt-BR" sz="1400" dirty="0"/>
          </a:p>
          <a:p>
            <a:r>
              <a:rPr lang="pt-BR" sz="1400" dirty="0"/>
              <a:t>9. Seleciona a opção link;</a:t>
            </a:r>
          </a:p>
          <a:p>
            <a:endParaRPr lang="pt-BR" sz="1400" dirty="0"/>
          </a:p>
          <a:p>
            <a:r>
              <a:rPr lang="pt-BR" sz="1400" dirty="0"/>
              <a:t>10. Coloca o nome do posto;</a:t>
            </a:r>
          </a:p>
          <a:p>
            <a:endParaRPr lang="pt-BR" sz="1400" dirty="0"/>
          </a:p>
          <a:p>
            <a:r>
              <a:rPr lang="pt-BR" sz="1400" dirty="0"/>
              <a:t>11. Avançar.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F12054-BB0E-D738-E9C9-3663E952A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1" y="1592866"/>
            <a:ext cx="9249895" cy="3812553"/>
          </a:xfrm>
          <a:prstGeom prst="rect">
            <a:avLst/>
          </a:prstGeom>
        </p:spPr>
      </p:pic>
      <p:sp>
        <p:nvSpPr>
          <p:cNvPr id="14" name="Seta: para Baixo 13">
            <a:extLst>
              <a:ext uri="{FF2B5EF4-FFF2-40B4-BE49-F238E27FC236}">
                <a16:creationId xmlns:a16="http://schemas.microsoft.com/office/drawing/2014/main" id="{15D3FBCD-824C-50AB-5DA6-67931E59C1CE}"/>
              </a:ext>
            </a:extLst>
          </p:cNvPr>
          <p:cNvSpPr/>
          <p:nvPr/>
        </p:nvSpPr>
        <p:spPr>
          <a:xfrm>
            <a:off x="2415654" y="1733266"/>
            <a:ext cx="545910" cy="6277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649B8053-A482-5DA1-DFAB-7FBC21924844}"/>
              </a:ext>
            </a:extLst>
          </p:cNvPr>
          <p:cNvSpPr/>
          <p:nvPr/>
        </p:nvSpPr>
        <p:spPr>
          <a:xfrm rot="5400000">
            <a:off x="341193" y="1842448"/>
            <a:ext cx="545910" cy="491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  <p:sp>
        <p:nvSpPr>
          <p:cNvPr id="19" name="Seta: para Cima 18">
            <a:extLst>
              <a:ext uri="{FF2B5EF4-FFF2-40B4-BE49-F238E27FC236}">
                <a16:creationId xmlns:a16="http://schemas.microsoft.com/office/drawing/2014/main" id="{B972390C-212F-325C-9FA5-853486142A43}"/>
              </a:ext>
            </a:extLst>
          </p:cNvPr>
          <p:cNvSpPr/>
          <p:nvPr/>
        </p:nvSpPr>
        <p:spPr>
          <a:xfrm>
            <a:off x="2511188" y="3429000"/>
            <a:ext cx="450376" cy="62779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9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9A9AD9CB-6584-ABD1-F090-4198BA0635AC}"/>
              </a:ext>
            </a:extLst>
          </p:cNvPr>
          <p:cNvSpPr/>
          <p:nvPr/>
        </p:nvSpPr>
        <p:spPr>
          <a:xfrm rot="16200000">
            <a:off x="287442" y="3425588"/>
            <a:ext cx="653411" cy="491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10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FC8163D0-EA7C-3A0D-F88D-BD1733A43E71}"/>
              </a:ext>
            </a:extLst>
          </p:cNvPr>
          <p:cNvSpPr/>
          <p:nvPr/>
        </p:nvSpPr>
        <p:spPr>
          <a:xfrm>
            <a:off x="1470990" y="4844955"/>
            <a:ext cx="644413" cy="502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4081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EB03-B04D-9FBC-A28F-CC6F2DE7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513BE4B-99A0-4429-5596-6E68CE528208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2819F3F-59E5-22DD-A098-331F98D7A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E9705F2-4F12-7207-A148-AB170055301D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0CF4F0-1A75-8D37-DAF3-3E34EA548950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01456E6-368B-425B-3D05-702FA4C5E149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BD99756-6808-9E51-E134-6736582E95D7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D7A6CFF-66FF-7B70-A766-A3A1346F22D5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6/10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80A0C8C-09F4-C4FA-5F12-F6D20BBCD851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579ECDC-EC27-0406-AA0F-E90114726A77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E5975F1-FF53-5AC5-2860-3907C5BD840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A78CE9D-7D9A-A435-C5E7-44C03C0407B4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170323D-7AF6-AAA0-182C-5E00C043E856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6B947F6-DEB8-272D-69A1-A7F3C2D3AB45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CFDE2BA-8D1E-ADCF-A853-7908107AFAD8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/>
              <a:t>12. Seleciona assinatura motorista;</a:t>
            </a:r>
          </a:p>
          <a:p>
            <a:r>
              <a:rPr lang="pt-BR" sz="1200" dirty="0"/>
              <a:t> </a:t>
            </a:r>
          </a:p>
          <a:p>
            <a:r>
              <a:rPr lang="pt-BR" sz="1200" dirty="0"/>
              <a:t>13. Arrasta e coloca em motorista;</a:t>
            </a:r>
          </a:p>
          <a:p>
            <a:endParaRPr lang="pt-BR" sz="1200" dirty="0"/>
          </a:p>
          <a:p>
            <a:r>
              <a:rPr lang="pt-BR" sz="1200" dirty="0"/>
              <a:t>14. Seleciona data motorista; </a:t>
            </a:r>
          </a:p>
          <a:p>
            <a:endParaRPr lang="pt-BR" sz="1200" dirty="0"/>
          </a:p>
          <a:p>
            <a:r>
              <a:rPr lang="pt-BR" sz="1200" dirty="0"/>
              <a:t>15. Arrasta em data motorista; </a:t>
            </a:r>
          </a:p>
          <a:p>
            <a:endParaRPr lang="pt-BR" sz="1200" dirty="0"/>
          </a:p>
          <a:p>
            <a:r>
              <a:rPr lang="pt-BR" sz="1200" dirty="0"/>
              <a:t>16. Seleciona assinatura posto; </a:t>
            </a:r>
          </a:p>
          <a:p>
            <a:endParaRPr lang="pt-BR" sz="1200" dirty="0"/>
          </a:p>
          <a:p>
            <a:r>
              <a:rPr lang="pt-BR" sz="1200" dirty="0"/>
              <a:t>17. Arrasta em assinatura posto;</a:t>
            </a:r>
          </a:p>
          <a:p>
            <a:endParaRPr lang="pt-BR" sz="1200" dirty="0"/>
          </a:p>
          <a:p>
            <a:r>
              <a:rPr lang="pt-BR" sz="1200" dirty="0"/>
              <a:t>18. Seleciona data posto;</a:t>
            </a:r>
          </a:p>
          <a:p>
            <a:endParaRPr lang="pt-BR" sz="1200" dirty="0"/>
          </a:p>
          <a:p>
            <a:r>
              <a:rPr lang="pt-BR" sz="1200" dirty="0"/>
              <a:t>19. Arrasta em data posto; </a:t>
            </a:r>
          </a:p>
          <a:p>
            <a:endParaRPr lang="pt-BR" sz="1600" dirty="0"/>
          </a:p>
          <a:p>
            <a:r>
              <a:rPr lang="pt-BR" sz="1600" dirty="0"/>
              <a:t>20. clicar em avançar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C04E089-17AA-A153-BABD-DE9261CA1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" y="1430778"/>
            <a:ext cx="10035718" cy="4211790"/>
          </a:xfrm>
          <a:prstGeom prst="rect">
            <a:avLst/>
          </a:prstGeom>
        </p:spPr>
      </p:pic>
      <p:sp>
        <p:nvSpPr>
          <p:cNvPr id="21" name="Seta: para Baixo 20">
            <a:extLst>
              <a:ext uri="{FF2B5EF4-FFF2-40B4-BE49-F238E27FC236}">
                <a16:creationId xmlns:a16="http://schemas.microsoft.com/office/drawing/2014/main" id="{58A58764-3152-9F28-4606-B0DA72409669}"/>
              </a:ext>
            </a:extLst>
          </p:cNvPr>
          <p:cNvSpPr/>
          <p:nvPr/>
        </p:nvSpPr>
        <p:spPr>
          <a:xfrm>
            <a:off x="163671" y="2934268"/>
            <a:ext cx="832514" cy="3957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12</a:t>
            </a:r>
          </a:p>
        </p:txBody>
      </p:sp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9E0CC700-D597-F269-6012-3B02D93CA326}"/>
              </a:ext>
            </a:extLst>
          </p:cNvPr>
          <p:cNvSpPr/>
          <p:nvPr/>
        </p:nvSpPr>
        <p:spPr>
          <a:xfrm>
            <a:off x="4940490" y="3671248"/>
            <a:ext cx="900752" cy="4776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13</a:t>
            </a:r>
          </a:p>
        </p:txBody>
      </p:sp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E23B30AB-6387-4AC6-86A8-EF80E9E3C630}"/>
              </a:ext>
            </a:extLst>
          </p:cNvPr>
          <p:cNvSpPr/>
          <p:nvPr/>
        </p:nvSpPr>
        <p:spPr>
          <a:xfrm>
            <a:off x="2490715" y="2934267"/>
            <a:ext cx="832514" cy="3957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14</a:t>
            </a:r>
          </a:p>
        </p:txBody>
      </p:sp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1D3CF82D-084C-703A-2336-47E7184F73F9}"/>
              </a:ext>
            </a:extLst>
          </p:cNvPr>
          <p:cNvSpPr/>
          <p:nvPr/>
        </p:nvSpPr>
        <p:spPr>
          <a:xfrm rot="5400000">
            <a:off x="5761939" y="4794388"/>
            <a:ext cx="899933" cy="4367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15</a:t>
            </a:r>
          </a:p>
        </p:txBody>
      </p:sp>
      <p:sp>
        <p:nvSpPr>
          <p:cNvPr id="28" name="Seta: para Cima 27">
            <a:extLst>
              <a:ext uri="{FF2B5EF4-FFF2-40B4-BE49-F238E27FC236}">
                <a16:creationId xmlns:a16="http://schemas.microsoft.com/office/drawing/2014/main" id="{E87AED03-8FD3-E9C2-F0E5-446B458C191D}"/>
              </a:ext>
            </a:extLst>
          </p:cNvPr>
          <p:cNvSpPr/>
          <p:nvPr/>
        </p:nvSpPr>
        <p:spPr>
          <a:xfrm>
            <a:off x="115874" y="4291269"/>
            <a:ext cx="832514" cy="49355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16</a:t>
            </a: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A1C43B94-6770-770D-1A11-FE51B4189A6B}"/>
              </a:ext>
            </a:extLst>
          </p:cNvPr>
          <p:cNvSpPr/>
          <p:nvPr/>
        </p:nvSpPr>
        <p:spPr>
          <a:xfrm>
            <a:off x="6941932" y="4075527"/>
            <a:ext cx="612204" cy="538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17</a:t>
            </a:r>
          </a:p>
        </p:txBody>
      </p:sp>
      <p:sp>
        <p:nvSpPr>
          <p:cNvPr id="30" name="Seta: para Cima 29">
            <a:extLst>
              <a:ext uri="{FF2B5EF4-FFF2-40B4-BE49-F238E27FC236}">
                <a16:creationId xmlns:a16="http://schemas.microsoft.com/office/drawing/2014/main" id="{7CDD5359-7A16-88FE-331F-9F15C9488DBD}"/>
              </a:ext>
            </a:extLst>
          </p:cNvPr>
          <p:cNvSpPr/>
          <p:nvPr/>
        </p:nvSpPr>
        <p:spPr>
          <a:xfrm>
            <a:off x="2365411" y="4239674"/>
            <a:ext cx="896203" cy="39578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18</a:t>
            </a:r>
          </a:p>
        </p:txBody>
      </p:sp>
      <p:sp>
        <p:nvSpPr>
          <p:cNvPr id="31" name="Seta: para Cima 30">
            <a:extLst>
              <a:ext uri="{FF2B5EF4-FFF2-40B4-BE49-F238E27FC236}">
                <a16:creationId xmlns:a16="http://schemas.microsoft.com/office/drawing/2014/main" id="{31020F21-EC9F-14AD-3CCC-9331A91DF913}"/>
              </a:ext>
            </a:extLst>
          </p:cNvPr>
          <p:cNvSpPr/>
          <p:nvPr/>
        </p:nvSpPr>
        <p:spPr>
          <a:xfrm>
            <a:off x="7701687" y="4998786"/>
            <a:ext cx="905501" cy="63495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19</a:t>
            </a:r>
          </a:p>
        </p:txBody>
      </p:sp>
      <p:sp>
        <p:nvSpPr>
          <p:cNvPr id="32" name="Seta: para a Direita 31">
            <a:extLst>
              <a:ext uri="{FF2B5EF4-FFF2-40B4-BE49-F238E27FC236}">
                <a16:creationId xmlns:a16="http://schemas.microsoft.com/office/drawing/2014/main" id="{86B7E7F4-67AE-AB87-3447-0920F7879838}"/>
              </a:ext>
            </a:extLst>
          </p:cNvPr>
          <p:cNvSpPr/>
          <p:nvPr/>
        </p:nvSpPr>
        <p:spPr>
          <a:xfrm>
            <a:off x="1651379" y="4614380"/>
            <a:ext cx="714033" cy="5613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1762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AA41-6E61-F805-CBF6-2F20DC36D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4BF1CF55-9D6D-1FE7-77B0-C90107A1AB73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A01CF7A-C1B9-7E67-E4E3-CB369BB83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45DF375-AC7E-CCA3-1821-DDE25233A6BA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7FFE4CA-5741-45E6-B8A3-7EB3E8E2742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EEB612-5753-43BA-CAD9-D899BE099C77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053647F-08FC-E076-EF13-5279496FBC7B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80EF07C-D39D-8C40-CC77-CD2562FAC8B4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3AC6AAF-B235-E594-1382-B0B8CCB5E558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92734BC-EDE7-40B6-2829-BFBCCEEC9A0F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BD3236E-EBAE-2BCE-FDCB-68B00752B6C0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E180FC8-6EFD-766A-55BD-93C5314AF9CC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EE6AA59-080B-75B9-F5BE-8CE4DA3C0579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7D8073A-295D-4435-5CE7-8FE0123D3DBD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49349D8-DF6A-92D8-BCAC-33326B0C855C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21. Clicar em enviar para assinatura vai gerar 2 links – 1 para motorista e outro para o posto</a:t>
            </a:r>
          </a:p>
          <a:p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D05D11-FEF0-441E-B4F6-3D8A3B7A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35" y="1451519"/>
            <a:ext cx="9151961" cy="3781127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BB5635DC-724B-5611-62B6-C1485312928A}"/>
              </a:ext>
            </a:extLst>
          </p:cNvPr>
          <p:cNvSpPr/>
          <p:nvPr/>
        </p:nvSpPr>
        <p:spPr>
          <a:xfrm>
            <a:off x="735495" y="4394579"/>
            <a:ext cx="1161544" cy="860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783549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645A-8682-D234-C098-2F15C048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4640C2F-A89C-1600-AF95-D48B2EBA285E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290810-A3DD-030E-9445-56D86CC6C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71DBAA6-08EA-B614-2CEF-EBBF82E0F5AA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AC99163-52D8-DE2E-C472-8B469C1ACC52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B687999-C7E5-94DC-A3C4-28FCA0F68272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464790-03BB-E582-6D91-8C5E10F8075F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BB91A78-15EE-293D-E510-251F893FE61D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6288DD4-AE97-17EE-EF8D-611312689CCB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F09A33E-31A7-064D-1B8A-F6D537DF125B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D4CB180-E89B-C7E3-C19C-E6CE72E3514E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3420EE0-7669-0C4F-60BC-9244E0012D3F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9D69E5F-7C28-CCF4-3314-FA131A8BEB3C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DC64D44-2249-4C52-F696-07FE992048BE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AA06F8-6B19-DE6B-488A-961D6A505CD1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dirty="0"/>
          </a:p>
          <a:p>
            <a:r>
              <a:rPr lang="pt-BR" sz="1400" dirty="0"/>
              <a:t>Enviar via SMBOT para deixar registrado.</a:t>
            </a:r>
          </a:p>
          <a:p>
            <a:endParaRPr lang="pt-BR" sz="1400" dirty="0"/>
          </a:p>
          <a:p>
            <a:r>
              <a:rPr lang="pt-BR" sz="1400" dirty="0"/>
              <a:t>22. Entrar no site: </a:t>
            </a:r>
            <a:r>
              <a:rPr lang="pt-BR" sz="1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www.smsolucoesdigitail.com.br</a:t>
            </a:r>
            <a:r>
              <a:rPr lang="pt-BR" sz="1400" dirty="0">
                <a:solidFill>
                  <a:schemeClr val="bg1"/>
                </a:solidFill>
              </a:rPr>
              <a:t> com login e senha;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23. Seleciona o link de atendimento;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24. Pesquisa o contato da pessoa que você vai enviar o link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25. Digita um texto padrão segue OCI numero </a:t>
            </a:r>
            <a:r>
              <a:rPr lang="pt-BR" sz="1400" dirty="0" err="1">
                <a:solidFill>
                  <a:schemeClr val="bg1"/>
                </a:solidFill>
              </a:rPr>
              <a:t>xxx</a:t>
            </a:r>
            <a:r>
              <a:rPr lang="pt-BR" sz="1400" dirty="0">
                <a:solidFill>
                  <a:schemeClr val="bg1"/>
                </a:solidFill>
              </a:rPr>
              <a:t> da carga de amanha e cola o link e dá </a:t>
            </a:r>
            <a:r>
              <a:rPr lang="pt-BR" sz="1400" dirty="0" err="1">
                <a:solidFill>
                  <a:schemeClr val="bg1"/>
                </a:solidFill>
              </a:rPr>
              <a:t>enter</a:t>
            </a:r>
            <a:endParaRPr lang="pt-BR" sz="1400" dirty="0">
              <a:solidFill>
                <a:schemeClr val="bg1"/>
              </a:solidFill>
            </a:endParaRPr>
          </a:p>
          <a:p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80F3383-8EF4-4F80-AA32-C43FC4F3C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9" y="1360867"/>
            <a:ext cx="8534400" cy="4525126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7793D377-4B36-8D15-8C55-534437E068DA}"/>
              </a:ext>
            </a:extLst>
          </p:cNvPr>
          <p:cNvSpPr/>
          <p:nvPr/>
        </p:nvSpPr>
        <p:spPr>
          <a:xfrm>
            <a:off x="217769" y="1187355"/>
            <a:ext cx="696036" cy="630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22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DB517AC5-208F-F0B7-AEF2-1056401CF380}"/>
              </a:ext>
            </a:extLst>
          </p:cNvPr>
          <p:cNvSpPr/>
          <p:nvPr/>
        </p:nvSpPr>
        <p:spPr>
          <a:xfrm rot="5400000">
            <a:off x="231909" y="3536673"/>
            <a:ext cx="696036" cy="630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23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DD61B06A-8AD5-4B61-7C4C-F52B5EB56A8D}"/>
              </a:ext>
            </a:extLst>
          </p:cNvPr>
          <p:cNvSpPr/>
          <p:nvPr/>
        </p:nvSpPr>
        <p:spPr>
          <a:xfrm>
            <a:off x="62801" y="2576366"/>
            <a:ext cx="696036" cy="6309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24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04CCEFE1-3D2E-E46C-528B-AF866756C6E9}"/>
              </a:ext>
            </a:extLst>
          </p:cNvPr>
          <p:cNvSpPr/>
          <p:nvPr/>
        </p:nvSpPr>
        <p:spPr>
          <a:xfrm>
            <a:off x="2647666" y="5347139"/>
            <a:ext cx="736979" cy="558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25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A292DD1-4D35-D507-8056-B6590EC7E8E6}"/>
              </a:ext>
            </a:extLst>
          </p:cNvPr>
          <p:cNvSpPr/>
          <p:nvPr/>
        </p:nvSpPr>
        <p:spPr>
          <a:xfrm>
            <a:off x="4954137" y="2891845"/>
            <a:ext cx="2279176" cy="15709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760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CC90-2B5E-E8C2-2245-9C61B64F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18BF0BC-40C8-3A0E-304D-3FB92C207259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9FBCEB-1CFC-7AA4-ACB6-21C657D17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842E189-04E4-293A-F60D-C669FD86C345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477B55-BAB6-FCCC-E17C-F12E32163E8D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0A2300-F65E-0EB8-4601-949F205FC54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A41D944-D027-5AF8-A9CE-165671F6607C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07B1097-8274-73CE-DC82-C5A7FC5F9E1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8C72AC0-AF4E-8651-B4C8-5F4906384453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031B79D-2E3B-1997-B67B-BAE6DE0893E5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25E26F-593C-C903-82DA-338C3EB63D3B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89B86B4-7A2A-BCBB-E9E3-E87B64C0A5F4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5181411-0D29-23D2-7776-BF8CAE4F0945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E93D18A-F990-081A-DBE9-5CD7088128BF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40E3D6B-67F2-7693-E308-9A3211694FB2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/>
              <a:t>Se Não tiver atendimento registrado do motorista ou do posto devemos criar um.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26. Pegue o contato do posto ou motorista na planilha salva em: C:\Users\CristianyKellyMirand\Atoslog\atoslogdocumentos - </a:t>
            </a:r>
            <a:r>
              <a:rPr lang="pt-BR" sz="1400" dirty="0" err="1">
                <a:solidFill>
                  <a:schemeClr val="bg1"/>
                </a:solidFill>
              </a:rPr>
              <a:t>Atoslog</a:t>
            </a:r>
            <a:r>
              <a:rPr lang="pt-BR" sz="1400" dirty="0">
                <a:solidFill>
                  <a:schemeClr val="bg1"/>
                </a:solidFill>
              </a:rPr>
              <a:t> - Documentos\</a:t>
            </a:r>
            <a:r>
              <a:rPr lang="pt-BR" sz="1400" dirty="0" err="1">
                <a:solidFill>
                  <a:schemeClr val="bg1"/>
                </a:solidFill>
              </a:rPr>
              <a:t>CtrFrete</a:t>
            </a:r>
            <a:r>
              <a:rPr lang="pt-BR" sz="1400" dirty="0">
                <a:solidFill>
                  <a:schemeClr val="bg1"/>
                </a:solidFill>
              </a:rPr>
              <a:t>\4 – LUFT &gt; Contato LUFT postos e centrais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r>
              <a:rPr lang="pt-BR" sz="1400" dirty="0">
                <a:solidFill>
                  <a:schemeClr val="bg1"/>
                </a:solidFill>
              </a:rPr>
              <a:t>27.  Em atendimentos clicar no sinal de mais + </a:t>
            </a:r>
          </a:p>
          <a:p>
            <a:endParaRPr lang="pt-BR" sz="1400" dirty="0">
              <a:solidFill>
                <a:schemeClr val="bg1"/>
              </a:solidFill>
            </a:endParaRPr>
          </a:p>
          <a:p>
            <a:endParaRPr lang="pt-BR" sz="1400" dirty="0">
              <a:solidFill>
                <a:schemeClr val="bg1"/>
              </a:solidFill>
            </a:endParaRPr>
          </a:p>
          <a:p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1B4A6F-8CD6-A19B-73EA-6D3279DE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42" y="1518045"/>
            <a:ext cx="4333875" cy="3648075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5DB843E-727A-BDB8-3DAA-9B1F10FD703C}"/>
              </a:ext>
            </a:extLst>
          </p:cNvPr>
          <p:cNvSpPr/>
          <p:nvPr/>
        </p:nvSpPr>
        <p:spPr>
          <a:xfrm>
            <a:off x="0" y="1279728"/>
            <a:ext cx="873457" cy="6991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C6A8A4A-E2F1-6224-2027-324611540B49}"/>
              </a:ext>
            </a:extLst>
          </p:cNvPr>
          <p:cNvSpPr/>
          <p:nvPr/>
        </p:nvSpPr>
        <p:spPr>
          <a:xfrm>
            <a:off x="2197290" y="4885899"/>
            <a:ext cx="2579426" cy="20852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1A94F6-D696-9CAC-E993-ECDC9F592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957" y="1907228"/>
            <a:ext cx="5847355" cy="2883900"/>
          </a:xfrm>
          <a:prstGeom prst="rect">
            <a:avLst/>
          </a:prstGeom>
        </p:spPr>
      </p:pic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603FA648-7450-827A-246B-4FA716A37FA8}"/>
              </a:ext>
            </a:extLst>
          </p:cNvPr>
          <p:cNvSpPr/>
          <p:nvPr/>
        </p:nvSpPr>
        <p:spPr>
          <a:xfrm>
            <a:off x="6096000" y="2497540"/>
            <a:ext cx="686937" cy="5459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11120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0DC0-7588-5DAA-3F60-18876C191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05EB829-24F8-B7E3-F515-B747D7B0B29C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F1A595C-4ED8-D88C-A538-CD5C2A9E5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15E430A-4BA1-00E3-AEE6-2E053C924FAA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358F314-0366-2FDA-D293-6A0E5910589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B8ABFC0-0F51-E1BD-1CBA-B20B6A55C40D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7960950-59E5-E860-3C8E-E3EFB8EA6E02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1884485-AE36-3835-0C40-0B2AC0182E3F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F8F4D24-0A49-E12D-39AD-72BB41427229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0980F73-06D2-69E0-84D0-1253BAC134BC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A77E885-65A8-1550-E856-3A977435A0B1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08EE761-F22D-DDD6-07E0-9B72996E0DC8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996F039-1C0D-DA7D-525D-492649DF5C17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0CAFD10-C9F2-AB84-B7B7-C3C12307B88B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4A0FEE-F4FB-3AD7-7CFF-4190F01A29D3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>
                <a:solidFill>
                  <a:schemeClr val="bg1"/>
                </a:solidFill>
              </a:rPr>
              <a:t>28. Seleciona o whatsapp do BOT;</a:t>
            </a: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dirty="0">
                <a:solidFill>
                  <a:schemeClr val="bg1"/>
                </a:solidFill>
              </a:rPr>
              <a:t>29. Coloca o numero da pessoa;</a:t>
            </a: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dirty="0">
                <a:solidFill>
                  <a:schemeClr val="bg1"/>
                </a:solidFill>
              </a:rPr>
              <a:t>30. O nome e de onde é (posto x central);</a:t>
            </a: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dirty="0">
                <a:solidFill>
                  <a:schemeClr val="bg1"/>
                </a:solidFill>
              </a:rPr>
              <a:t>31. departamento atendimento;</a:t>
            </a: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dirty="0">
                <a:solidFill>
                  <a:schemeClr val="bg1"/>
                </a:solidFill>
              </a:rPr>
              <a:t>32. Nome do atendente (o seu).</a:t>
            </a: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dirty="0">
                <a:solidFill>
                  <a:schemeClr val="bg1"/>
                </a:solidFill>
              </a:rPr>
              <a:t>33. Clica em enviar e o atendimento já vai aparecer na lista de atendimentos </a:t>
            </a:r>
          </a:p>
          <a:p>
            <a:endParaRPr lang="pt-BR" sz="1600" dirty="0">
              <a:solidFill>
                <a:schemeClr val="bg1"/>
              </a:solidFill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3BD9B0D-7EE7-1053-C67D-3E7A625BC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586" y="1270553"/>
            <a:ext cx="4703900" cy="4912250"/>
          </a:xfrm>
          <a:prstGeom prst="rect">
            <a:avLst/>
          </a:prstGeom>
        </p:spPr>
      </p:pic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39305518-B90E-AAAA-E214-19E7024C27A2}"/>
              </a:ext>
            </a:extLst>
          </p:cNvPr>
          <p:cNvSpPr/>
          <p:nvPr/>
        </p:nvSpPr>
        <p:spPr>
          <a:xfrm>
            <a:off x="2402006" y="1279728"/>
            <a:ext cx="764275" cy="576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28</a:t>
            </a:r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6D2E0879-A9E8-7082-A428-8BDBD2DD73BF}"/>
              </a:ext>
            </a:extLst>
          </p:cNvPr>
          <p:cNvSpPr/>
          <p:nvPr/>
        </p:nvSpPr>
        <p:spPr>
          <a:xfrm>
            <a:off x="2338090" y="2477531"/>
            <a:ext cx="764275" cy="576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29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BED88EE4-F802-8383-2BA2-B081DD243659}"/>
              </a:ext>
            </a:extLst>
          </p:cNvPr>
          <p:cNvSpPr/>
          <p:nvPr/>
        </p:nvSpPr>
        <p:spPr>
          <a:xfrm>
            <a:off x="2324442" y="3108711"/>
            <a:ext cx="764275" cy="576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30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53C22D94-32B0-513C-C1F8-8272B61EDFC8}"/>
              </a:ext>
            </a:extLst>
          </p:cNvPr>
          <p:cNvSpPr/>
          <p:nvPr/>
        </p:nvSpPr>
        <p:spPr>
          <a:xfrm>
            <a:off x="2324442" y="3709100"/>
            <a:ext cx="764275" cy="576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31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DAE3817C-F587-3F27-79AA-5FA221CECF90}"/>
              </a:ext>
            </a:extLst>
          </p:cNvPr>
          <p:cNvSpPr/>
          <p:nvPr/>
        </p:nvSpPr>
        <p:spPr>
          <a:xfrm>
            <a:off x="2338090" y="4251702"/>
            <a:ext cx="764275" cy="576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32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899E9E30-53AB-3B8F-C9F9-ADFF1FEF68D1}"/>
              </a:ext>
            </a:extLst>
          </p:cNvPr>
          <p:cNvSpPr/>
          <p:nvPr/>
        </p:nvSpPr>
        <p:spPr>
          <a:xfrm>
            <a:off x="5510184" y="5679271"/>
            <a:ext cx="764275" cy="576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056545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A9BFB-9477-B7A1-2B71-AE230708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3CABC8A-0F0E-1E58-2EE7-C3E0C232FFF5}"/>
              </a:ext>
            </a:extLst>
          </p:cNvPr>
          <p:cNvSpPr/>
          <p:nvPr/>
        </p:nvSpPr>
        <p:spPr>
          <a:xfrm>
            <a:off x="0" y="890545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1183EB-EE63-FC6D-76B2-71D69320D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127345C-9CB5-1992-4F14-8CD15D10701E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4A12F87-7482-85CF-6A99-155F5264FF86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EE908F8-83C4-AD5C-9AC4-6DA94CF0363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A6B1463-0577-5153-8EE7-69DDFEDA4249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5F897B9-40EA-01CA-C64B-DCB8896935EE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8/10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FF1D5BE-AA00-CD5C-5B64-A23058C1DA6F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159303F-45B0-F721-B4D7-A34085DD7D6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7310CBD-FB02-125B-1B86-89DD879F581B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CF55B07-06BA-1BD6-16F1-DA502486DA6D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323E90E-F5AA-6830-9C5A-44A1C4E68971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BE2E617-EB7C-A096-CA78-78EAC156A0BD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ENVIAR DOCUMENTO NO AUTENTIC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2FDF45-7521-026C-5B97-AF3A160AE4D9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Importante: este link é enviado 1 dia antes da coleta.</a:t>
            </a:r>
          </a:p>
          <a:p>
            <a:endParaRPr lang="pt-BR" sz="1600" dirty="0"/>
          </a:p>
          <a:p>
            <a:r>
              <a:rPr lang="pt-BR" sz="1600" dirty="0"/>
              <a:t>29. Precisa conferir no </a:t>
            </a:r>
            <a:r>
              <a:rPr lang="pt-BR" sz="1600" dirty="0" err="1"/>
              <a:t>autentic</a:t>
            </a:r>
            <a:r>
              <a:rPr lang="pt-BR" sz="1600" dirty="0"/>
              <a:t> se motorista e Posto assinaram antes do inicio da coleta. É só conferir em Meus documentos</a:t>
            </a:r>
          </a:p>
          <a:p>
            <a:endParaRPr lang="pt-BR" sz="1600" dirty="0"/>
          </a:p>
          <a:p>
            <a:r>
              <a:rPr lang="pt-BR" sz="1600" dirty="0"/>
              <a:t>30. SE o nome estiver azul é que foi assinado, se estiver cinza não foi assinado. 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A29124E-060D-F636-910E-B9545DAD5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95" y="1608679"/>
            <a:ext cx="8337360" cy="3738460"/>
          </a:xfrm>
          <a:prstGeom prst="rect">
            <a:avLst/>
          </a:prstGeom>
        </p:spPr>
      </p:pic>
      <p:sp>
        <p:nvSpPr>
          <p:cNvPr id="19" name="Seta: para Cima 18">
            <a:extLst>
              <a:ext uri="{FF2B5EF4-FFF2-40B4-BE49-F238E27FC236}">
                <a16:creationId xmlns:a16="http://schemas.microsoft.com/office/drawing/2014/main" id="{F4E63CE8-865C-2C07-DD3A-4BA335DA3C9E}"/>
              </a:ext>
            </a:extLst>
          </p:cNvPr>
          <p:cNvSpPr/>
          <p:nvPr/>
        </p:nvSpPr>
        <p:spPr>
          <a:xfrm>
            <a:off x="854665" y="2786231"/>
            <a:ext cx="851305" cy="898847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29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FB76659-E129-B5BD-8B4D-B15939048648}"/>
              </a:ext>
            </a:extLst>
          </p:cNvPr>
          <p:cNvSpPr/>
          <p:nvPr/>
        </p:nvSpPr>
        <p:spPr>
          <a:xfrm>
            <a:off x="5527343" y="2784142"/>
            <a:ext cx="2292824" cy="29863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878141DB-BF6A-3CD8-EB41-EC6717B1248E}"/>
              </a:ext>
            </a:extLst>
          </p:cNvPr>
          <p:cNvSpPr/>
          <p:nvPr/>
        </p:nvSpPr>
        <p:spPr>
          <a:xfrm>
            <a:off x="4690972" y="2611029"/>
            <a:ext cx="851305" cy="6448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28829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1D4B-B299-8C3B-CFFC-2D877683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AE798374-FA6F-E3BE-D04F-9C670AB37F84}"/>
              </a:ext>
            </a:extLst>
          </p:cNvPr>
          <p:cNvSpPr/>
          <p:nvPr/>
        </p:nvSpPr>
        <p:spPr>
          <a:xfrm>
            <a:off x="0" y="880340"/>
            <a:ext cx="12192000" cy="52922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F96375-1A00-761A-7D9F-1B3234BC4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924080AB-9C87-1DED-816F-2E8A7D7FA655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428D4E-0E97-8903-3057-A15D4D458ADD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EMISSÃO DE ORDEM DE COLETA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68D4C8F-96F1-2C75-B12E-25BC28D7BF79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IT-ADMLUFT-002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04A5D8C-B96E-DC47-57E7-80082C3D2796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C044E80-F883-6847-90AE-F78FC7877BED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9/10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3FAECD-BAE2-024F-DFF9-1B3DF2507FD1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33FB9AD-CA2A-0A34-6FDF-A44C0FFF145A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8AE37D3-D8AE-DC36-355E-5179D53152C3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835BE46-7366-043E-6F29-127562CA064A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40D295C-F7C4-C352-16AA-900E9C3511EC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C615A462-8826-559B-2858-05DA76CB7675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PREENCHER NA PLANILHA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249656C-6CF1-9CB1-1856-18A81991C327}"/>
              </a:ext>
            </a:extLst>
          </p:cNvPr>
          <p:cNvSpPr/>
          <p:nvPr/>
        </p:nvSpPr>
        <p:spPr>
          <a:xfrm>
            <a:off x="10181231" y="900751"/>
            <a:ext cx="1996628" cy="52820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pt-BR" sz="1600" dirty="0"/>
              <a:t>Preencher na agenda de controle de OCIS a data de envio da OCI e salvar</a:t>
            </a:r>
          </a:p>
          <a:p>
            <a:pPr marL="342900" indent="-342900">
              <a:buAutoNum type="arabicPeriod"/>
            </a:pPr>
            <a:endParaRPr lang="pt-BR" sz="1600" dirty="0"/>
          </a:p>
          <a:p>
            <a:pPr marL="342900" indent="-342900">
              <a:buAutoNum type="arabicPeriod"/>
            </a:pPr>
            <a:r>
              <a:rPr lang="pt-BR" sz="1600" dirty="0"/>
              <a:t>A planilha fica salva no caminho </a:t>
            </a:r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3B7E13-047B-247C-852B-4ED3F2F3C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1" y="1419194"/>
            <a:ext cx="9758149" cy="168584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1645837-7F8A-1E81-FE84-A92ABBF29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045" y="3336876"/>
            <a:ext cx="5155868" cy="2640784"/>
          </a:xfrm>
          <a:prstGeom prst="rect">
            <a:avLst/>
          </a:prstGeom>
        </p:spPr>
      </p:pic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F995C35A-171A-F1F9-E086-CB6C64601C21}"/>
              </a:ext>
            </a:extLst>
          </p:cNvPr>
          <p:cNvSpPr/>
          <p:nvPr/>
        </p:nvSpPr>
        <p:spPr>
          <a:xfrm>
            <a:off x="9335069" y="910396"/>
            <a:ext cx="491319" cy="5388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0520C19-7E65-01EE-EBAC-F22F82525CE1}"/>
              </a:ext>
            </a:extLst>
          </p:cNvPr>
          <p:cNvSpPr/>
          <p:nvPr/>
        </p:nvSpPr>
        <p:spPr>
          <a:xfrm>
            <a:off x="2552131" y="3889612"/>
            <a:ext cx="696036" cy="5459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9101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A4DF91-E255-FD4F-200B-8E5E5DAA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MODELO ORDEM DE COLETA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73540B-137C-B64F-EAA7-FBD30C367B7A}"/>
              </a:ext>
            </a:extLst>
          </p:cNvPr>
          <p:cNvSpPr txBox="1"/>
          <p:nvPr/>
        </p:nvSpPr>
        <p:spPr>
          <a:xfrm>
            <a:off x="7577919" y="169282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Página: 10/10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3CB96B-7F21-13B0-E9B4-C8276A57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536" y="1241652"/>
            <a:ext cx="59055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81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007A09-EC36-4814-B17E-3C2D404B6E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2FCC70-6939-49B3-A050-9CD134E1A250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1231</Words>
  <Application>Microsoft Office PowerPoint</Application>
  <PresentationFormat>Widescreen</PresentationFormat>
  <Paragraphs>304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MODELO ORDEM DE COLETA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13</cp:revision>
  <dcterms:created xsi:type="dcterms:W3CDTF">2023-01-25T18:17:22Z</dcterms:created>
  <dcterms:modified xsi:type="dcterms:W3CDTF">2025-05-29T14:36:18Z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69353000</vt:r8>
  </property>
  <property fmtid="{D5CDD505-2E9C-101B-9397-08002B2CF9AE}" pid="4" name="MediaServiceImageTags">
    <vt:lpwstr/>
  </property>
</Properties>
</file>