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2" r:id="rId5"/>
    <p:sldId id="274" r:id="rId6"/>
    <p:sldId id="275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CA79EB44-B327-4E63-BE4B-3E7C06A6D094}"/>
    <pc:docChg chg="modSld">
      <pc:chgData name="Cristiany Kelly Miranda da Costa Correa" userId="3132fc47-1712-48bc-8364-dd56cd431e4c" providerId="ADAL" clId="{CA79EB44-B327-4E63-BE4B-3E7C06A6D094}" dt="2025-05-20T18:45:18.741" v="1" actId="20577"/>
      <pc:docMkLst>
        <pc:docMk/>
      </pc:docMkLst>
      <pc:sldChg chg="modSp mod">
        <pc:chgData name="Cristiany Kelly Miranda da Costa Correa" userId="3132fc47-1712-48bc-8364-dd56cd431e4c" providerId="ADAL" clId="{CA79EB44-B327-4E63-BE4B-3E7C06A6D094}" dt="2025-05-20T18:45:18.741" v="1" actId="20577"/>
        <pc:sldMkLst>
          <pc:docMk/>
          <pc:sldMk cId="3043632590" sldId="272"/>
        </pc:sldMkLst>
        <pc:spChg chg="mod">
          <ac:chgData name="Cristiany Kelly Miranda da Costa Correa" userId="3132fc47-1712-48bc-8364-dd56cd431e4c" providerId="ADAL" clId="{CA79EB44-B327-4E63-BE4B-3E7C06A6D094}" dt="2025-05-20T18:45:18.741" v="1" actId="20577"/>
          <ac:spMkLst>
            <pc:docMk/>
            <pc:sldMk cId="3043632590" sldId="272"/>
            <ac:spMk id="12" creationId="{874C29AD-5234-9049-CC86-852635AC1B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C5E5-B1A7-69E0-8ABB-41F38869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86D03-11E4-2D2B-DBAF-1368CDF5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AA39-F21C-F152-A547-F470C542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52031-502E-17D6-B9DD-903FA592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B719-17B3-B5CF-A152-7EC5CB7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BEAA-F46A-E99E-DEE7-AECE3372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82544-0978-F74C-4566-742B362F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623-9854-CA71-2C3D-AFC1378A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0CCB7A-4C16-F647-3FED-91C24DB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CD673-E67B-CD96-448D-4456C062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4F40-D48D-1323-C7B7-7733EB6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DF976-54FD-0D46-8A00-B57E7F44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94F2A-6610-6BAC-07DE-C81485EC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D09B9-ED24-1D69-82AF-9F4BC717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114733-10E5-0BBF-4B7C-01E3E10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4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FF88-108C-841F-DAE9-C1ECAAE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43AD6-2D1F-10FA-7E89-11F455D8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985545-C370-49B6-00A1-423C7BC4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F73872-574D-869E-E6A1-D94E2B9F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9FF45-69C8-4909-F7C3-E017DF0E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B972F-39DE-974F-D8BB-64138FB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2377-CCB8-1352-7E78-1FA765AA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92C3B-4A75-D32F-5BFF-DA55574E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1009A-12EA-BAAF-0C65-4397ED4E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9EF207-0D92-94AE-873F-75BA30966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CCFB58-41F7-4FA5-C3B8-98B3AA45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698B94-DD3B-7A76-B5DA-53A2420B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B13164-19C3-7F5E-3EC9-5A79CFDF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C83144-B60C-5F88-CF5D-EC8B79E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3EAB0-880B-A623-1DE3-A4E2794A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60FC57-EDA9-668D-BF60-3580740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D86B0A-64A6-97C1-9577-C2E21DC8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ECAE0-28C3-2586-1BF8-142FFB4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ABB909-1490-4E22-F02C-324F4480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7DD46-2FD7-1C92-6579-9C0CAE4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C1D49-4B77-7506-A1C1-35E0642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5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C8865-6365-712E-0AC7-FC46F2E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E9111-B2E8-AC50-E0F4-012E34FE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4F71D-4389-5628-FE94-0AC58A518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C5912-E308-B10D-B4F2-F5B214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AC50A-1F3E-620F-2A22-26F3EA5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558EA-C399-F9E6-1157-7F9E5DB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0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E97A-99A9-D561-5155-6CBA7C6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C6D5BF-0A93-D960-8704-3A5AA4BE2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6865F2-F812-8E03-2287-FD68814DD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EE6C3-06B2-BD5D-9CD6-58F98E21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16561-B9EB-90BC-52CF-57327798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926D-AFA3-7A18-0486-49B78DC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2AB80-F8BA-1C30-33FF-D1C5A19B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9070-AA63-7950-0326-11A1A251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D2864-7C1C-0E6A-3B48-A2DE2D6C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A3E9-E2B8-D1B2-38F1-F0EA7F51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2231D-8DDF-07A4-72E9-DD9C7A83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F18B7-6879-DFB2-6D87-312A1DFB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CCE12E-1665-1297-CC3A-3C5A0929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001AA-8764-76D6-EC49-69DDD34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FBC2F-4AAA-B878-5DCD-D6A9BADF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D5330-A127-68F8-D458-D28D741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F2B321-53C5-AFD0-7336-5C05002A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1EB4C5-7968-485D-D83D-2ACFEC26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C81CA-A0D0-64CF-309B-DB73C886B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6335F9-F1FE-B0D6-82C0-0840225A9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F8F79-C472-3DB8-2FF6-B4CEA1AE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CONSULTAR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77859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CONSULTAR ORDEM DE COLETA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7232469-F647-ADD9-275C-FD6F61C5FC24}"/>
              </a:ext>
            </a:extLst>
          </p:cNvPr>
          <p:cNvSpPr/>
          <p:nvPr/>
        </p:nvSpPr>
        <p:spPr>
          <a:xfrm>
            <a:off x="10191715" y="890546"/>
            <a:ext cx="1986143" cy="5292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1. Entrar com login e senha no sistema;</a:t>
            </a:r>
          </a:p>
          <a:p>
            <a:r>
              <a:rPr lang="pt-BR" sz="1400" dirty="0"/>
              <a:t>2. Clicar em Lançamentos;</a:t>
            </a:r>
          </a:p>
          <a:p>
            <a:r>
              <a:rPr lang="pt-BR" sz="1400" dirty="0"/>
              <a:t>3. Clicar em coletas OS; </a:t>
            </a:r>
          </a:p>
          <a:p>
            <a:endParaRPr lang="pt-BR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5CDC688B-1886-59E9-F626-CFE4547AB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1" y="1429400"/>
            <a:ext cx="8836432" cy="4120511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192C8F6F-0F75-20EB-33E2-3D66B9BA8B67}"/>
              </a:ext>
            </a:extLst>
          </p:cNvPr>
          <p:cNvSpPr/>
          <p:nvPr/>
        </p:nvSpPr>
        <p:spPr>
          <a:xfrm>
            <a:off x="449943" y="1279728"/>
            <a:ext cx="1021047" cy="5388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9A558323-0709-FB93-9B14-44F21B30A68B}"/>
              </a:ext>
            </a:extLst>
          </p:cNvPr>
          <p:cNvSpPr/>
          <p:nvPr/>
        </p:nvSpPr>
        <p:spPr>
          <a:xfrm>
            <a:off x="1132114" y="3149600"/>
            <a:ext cx="885372" cy="5388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F5E4FBB2-BFBA-C2E3-A537-07B69615722C}"/>
              </a:ext>
            </a:extLst>
          </p:cNvPr>
          <p:cNvSpPr/>
          <p:nvPr/>
        </p:nvSpPr>
        <p:spPr>
          <a:xfrm>
            <a:off x="1132114" y="4746171"/>
            <a:ext cx="1001486" cy="60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4363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6959-2FD3-579E-1D21-8EA6504E9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87B8C57-B9DC-0B50-E51D-AB2160091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36CC154-D788-5004-9999-E769FB827769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F63EDCF-9662-4736-40CE-13CF237BA9A4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CONSULTAR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A8845F4-268D-5DD7-BF7D-BB4075E3C815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9D762B-9DC6-E771-2917-24CFC67E43A1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5DC1D36-0AF4-CF54-AD9C-B8BB3836EBA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D2A524D-E734-8588-727D-E8DD1B2A92EF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715B8B6-A9A9-263B-68D2-E87A7C69FF18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17489B7-BA99-4EDE-A5F1-D324162E5FFF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0A27504-FF25-E545-50E6-847353B2018B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E4DB09-23A1-42CE-B8AC-5E7D0DF6DC13}"/>
              </a:ext>
            </a:extLst>
          </p:cNvPr>
          <p:cNvSpPr/>
          <p:nvPr/>
        </p:nvSpPr>
        <p:spPr>
          <a:xfrm>
            <a:off x="0" y="890546"/>
            <a:ext cx="12192000" cy="52867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C8D0DCA-FEB2-4FC9-EE92-20CFD1177DF5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DD8CFB0-997A-D7C3-78C0-023B81815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07" y="1299578"/>
            <a:ext cx="9316594" cy="4724728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EDCAF665-0D47-615D-809F-937F40A7B649}"/>
              </a:ext>
            </a:extLst>
          </p:cNvPr>
          <p:cNvSpPr/>
          <p:nvPr/>
        </p:nvSpPr>
        <p:spPr>
          <a:xfrm>
            <a:off x="10334170" y="1016000"/>
            <a:ext cx="1857829" cy="5161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4. Podemos pesquisar OCI de diversas formas: </a:t>
            </a:r>
          </a:p>
          <a:p>
            <a:r>
              <a:rPr lang="pt-BR" sz="1400" dirty="0"/>
              <a:t>Nº Coleta  (que é o número da OCI)</a:t>
            </a:r>
          </a:p>
          <a:p>
            <a:r>
              <a:rPr lang="pt-BR" sz="1400" dirty="0"/>
              <a:t>Data solicitação (Data que foi Criada)</a:t>
            </a:r>
          </a:p>
          <a:p>
            <a:r>
              <a:rPr lang="pt-BR" sz="1400" dirty="0"/>
              <a:t> Data Previsão</a:t>
            </a:r>
          </a:p>
          <a:p>
            <a:r>
              <a:rPr lang="pt-BR" sz="1400" dirty="0"/>
              <a:t>Data Programada</a:t>
            </a:r>
          </a:p>
          <a:p>
            <a:r>
              <a:rPr lang="pt-BR" sz="1400" dirty="0"/>
              <a:t>Data Coleta (data que será realizada coleta) </a:t>
            </a:r>
          </a:p>
          <a:p>
            <a:r>
              <a:rPr lang="pt-BR" sz="1400" dirty="0"/>
              <a:t>Etc. </a:t>
            </a:r>
          </a:p>
          <a:p>
            <a:endParaRPr lang="pt-BR" sz="1400" dirty="0"/>
          </a:p>
          <a:p>
            <a:r>
              <a:rPr lang="pt-BR" sz="1400" dirty="0"/>
              <a:t>5. Só selecionar o melhor filtro que te atende e clicar em pesquisar.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6178A0E-9978-CD7D-9E6A-9D51390E3D11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CONSULTAR ORDEM DE COLETA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8E74249F-8639-1360-68FE-87558C338A6D}"/>
              </a:ext>
            </a:extLst>
          </p:cNvPr>
          <p:cNvSpPr/>
          <p:nvPr/>
        </p:nvSpPr>
        <p:spPr>
          <a:xfrm>
            <a:off x="0" y="2629942"/>
            <a:ext cx="696686" cy="707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F5D886AD-3302-9EE5-501C-6CDCB91FC77C}"/>
              </a:ext>
            </a:extLst>
          </p:cNvPr>
          <p:cNvSpPr/>
          <p:nvPr/>
        </p:nvSpPr>
        <p:spPr>
          <a:xfrm>
            <a:off x="270407" y="5411542"/>
            <a:ext cx="696686" cy="5602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095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5FBA-505E-FC35-B2AD-F059F6BC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A41B3B3-BF8B-341F-46FB-7E2161B48BE7}"/>
              </a:ext>
            </a:extLst>
          </p:cNvPr>
          <p:cNvSpPr/>
          <p:nvPr/>
        </p:nvSpPr>
        <p:spPr>
          <a:xfrm>
            <a:off x="0" y="890546"/>
            <a:ext cx="12192000" cy="52812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4280D1A6-0AF5-4174-46C2-20B88D1DB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58" y="1429400"/>
            <a:ext cx="9349997" cy="415978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5AF20D9-F9BA-D8CF-0887-C8B4DE8E4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E928895-7246-51EF-D53F-B7A56CEC602A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AEB17F5-B5BA-3EC9-220E-E19616961043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CONSULTAR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5242916-3EF4-7F15-3831-115D90F9367E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DC7BF09-285A-B3FD-06B8-630A05103E9A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833FD4F-882C-C20F-A7B4-A5DBDA4C8BAA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3/3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79BBBF0-117B-B899-048B-67FF0A69024A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95DDB05-E3F6-575B-6FED-584AC6CFED9A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5F85674-865F-0A5B-1A7E-FA6682A61A5D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8D1310B-7187-DEE4-F90E-E7D51FB5506D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E99C33A-F4E8-DB3C-030E-1A824FC9F15B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34DDE53-6FA0-7AC9-B07F-659AC80051C8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ENTRAR NO SITEMA E TELA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4CC0251-FC12-4C3E-6A82-F49133A9FBEB}"/>
              </a:ext>
            </a:extLst>
          </p:cNvPr>
          <p:cNvSpPr txBox="1"/>
          <p:nvPr/>
        </p:nvSpPr>
        <p:spPr>
          <a:xfrm>
            <a:off x="2079900" y="4499864"/>
            <a:ext cx="203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Seleciona a coleta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BE058E3-366A-CB35-F02E-F914771B0D94}"/>
              </a:ext>
            </a:extLst>
          </p:cNvPr>
          <p:cNvSpPr txBox="1"/>
          <p:nvPr/>
        </p:nvSpPr>
        <p:spPr>
          <a:xfrm>
            <a:off x="4775370" y="4848998"/>
            <a:ext cx="2038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imprimir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0AC0A67-0B85-5E10-4408-7D0CBCD307AF}"/>
              </a:ext>
            </a:extLst>
          </p:cNvPr>
          <p:cNvSpPr/>
          <p:nvPr/>
        </p:nvSpPr>
        <p:spPr>
          <a:xfrm>
            <a:off x="10334170" y="1016000"/>
            <a:ext cx="1857829" cy="5161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6. A ordem de coleta aparecerá no visor; </a:t>
            </a:r>
          </a:p>
          <a:p>
            <a:endParaRPr lang="pt-BR" sz="1400" dirty="0"/>
          </a:p>
          <a:p>
            <a:r>
              <a:rPr lang="pt-BR" sz="1400" dirty="0"/>
              <a:t>7. Caso queira imprimir só selecionar a ordem; </a:t>
            </a:r>
          </a:p>
          <a:p>
            <a:endParaRPr lang="pt-BR" sz="1400" dirty="0"/>
          </a:p>
          <a:p>
            <a:r>
              <a:rPr lang="pt-BR" sz="1400" dirty="0"/>
              <a:t>8. E clicar em imprimir</a:t>
            </a:r>
          </a:p>
        </p:txBody>
      </p:sp>
      <p:sp>
        <p:nvSpPr>
          <p:cNvPr id="14" name="Seta: para Cima 13">
            <a:extLst>
              <a:ext uri="{FF2B5EF4-FFF2-40B4-BE49-F238E27FC236}">
                <a16:creationId xmlns:a16="http://schemas.microsoft.com/office/drawing/2014/main" id="{61392CD6-CB60-6F48-E9CE-0500FEB7C783}"/>
              </a:ext>
            </a:extLst>
          </p:cNvPr>
          <p:cNvSpPr/>
          <p:nvPr/>
        </p:nvSpPr>
        <p:spPr>
          <a:xfrm>
            <a:off x="4118021" y="2598057"/>
            <a:ext cx="497522" cy="59508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F9602779-6505-8E79-091F-7432E752C3D6}"/>
              </a:ext>
            </a:extLst>
          </p:cNvPr>
          <p:cNvSpPr/>
          <p:nvPr/>
        </p:nvSpPr>
        <p:spPr>
          <a:xfrm>
            <a:off x="2897329" y="2180049"/>
            <a:ext cx="721377" cy="5950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B757DCEC-EBCD-3F08-D374-3FF57CA373A1}"/>
              </a:ext>
            </a:extLst>
          </p:cNvPr>
          <p:cNvSpPr/>
          <p:nvPr/>
        </p:nvSpPr>
        <p:spPr>
          <a:xfrm>
            <a:off x="7906498" y="4891412"/>
            <a:ext cx="841829" cy="5594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2564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58208B-88D5-4602-980A-6F8325641E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D50111-438D-423D-9657-00A73E7A0640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customXml/itemProps3.xml><?xml version="1.0" encoding="utf-8"?>
<ds:datastoreItem xmlns:ds="http://schemas.openxmlformats.org/officeDocument/2006/customXml" ds:itemID="{7607C7F6-301B-443D-8F75-CC348054B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225</Words>
  <Application>Microsoft Office PowerPoint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8</cp:revision>
  <dcterms:created xsi:type="dcterms:W3CDTF">2023-01-25T18:17:22Z</dcterms:created>
  <dcterms:modified xsi:type="dcterms:W3CDTF">2025-06-05T18:49:11Z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69353200</vt:r8>
  </property>
  <property fmtid="{D5CDD505-2E9C-101B-9397-08002B2CF9AE}" pid="4" name="MediaServiceImageTags">
    <vt:lpwstr/>
  </property>
</Properties>
</file>