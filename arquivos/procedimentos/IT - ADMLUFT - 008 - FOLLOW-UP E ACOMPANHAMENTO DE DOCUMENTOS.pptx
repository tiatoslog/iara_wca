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7" r:id="rId5"/>
    <p:sldId id="278" r:id="rId6"/>
    <p:sldId id="279" r:id="rId7"/>
    <p:sldId id="280" r:id="rId8"/>
    <p:sldId id="281" r:id="rId9"/>
    <p:sldId id="282" r:id="rId10"/>
    <p:sldId id="272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75271A-B93B-40E0-A886-72D213C3B988}" v="2" dt="2025-05-20T19:19:22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y Kelly Miranda da Costa Correa" userId="3132fc47-1712-48bc-8364-dd56cd431e4c" providerId="ADAL" clId="{5175271A-B93B-40E0-A886-72D213C3B988}"/>
    <pc:docChg chg="undo custSel modSld">
      <pc:chgData name="Cristiany Kelly Miranda da Costa Correa" userId="3132fc47-1712-48bc-8364-dd56cd431e4c" providerId="ADAL" clId="{5175271A-B93B-40E0-A886-72D213C3B988}" dt="2025-05-20T19:21:35.417" v="315" actId="20577"/>
      <pc:docMkLst>
        <pc:docMk/>
      </pc:docMkLst>
      <pc:sldChg chg="addSp delSp modSp mod">
        <pc:chgData name="Cristiany Kelly Miranda da Costa Correa" userId="3132fc47-1712-48bc-8364-dd56cd431e4c" providerId="ADAL" clId="{5175271A-B93B-40E0-A886-72D213C3B988}" dt="2025-05-20T19:21:22.944" v="311" actId="20577"/>
        <pc:sldMkLst>
          <pc:docMk/>
          <pc:sldMk cId="3043632590" sldId="272"/>
        </pc:sldMkLst>
        <pc:spChg chg="add mod">
          <ac:chgData name="Cristiany Kelly Miranda da Costa Correa" userId="3132fc47-1712-48bc-8364-dd56cd431e4c" providerId="ADAL" clId="{5175271A-B93B-40E0-A886-72D213C3B988}" dt="2025-05-20T19:14:48.103" v="141" actId="20577"/>
          <ac:spMkLst>
            <pc:docMk/>
            <pc:sldMk cId="3043632590" sldId="272"/>
            <ac:spMk id="3" creationId="{7BBAD699-A36D-CB87-14F5-82F327FDC52F}"/>
          </ac:spMkLst>
        </pc:spChg>
        <pc:spChg chg="mod">
          <ac:chgData name="Cristiany Kelly Miranda da Costa Correa" userId="3132fc47-1712-48bc-8364-dd56cd431e4c" providerId="ADAL" clId="{5175271A-B93B-40E0-A886-72D213C3B988}" dt="2025-05-20T19:21:20.151" v="310" actId="20577"/>
          <ac:spMkLst>
            <pc:docMk/>
            <pc:sldMk cId="3043632590" sldId="272"/>
            <ac:spMk id="9" creationId="{C5D6A4C9-BFF9-C4CA-B2E9-E3B2EB10298B}"/>
          </ac:spMkLst>
        </pc:spChg>
        <pc:spChg chg="mod">
          <ac:chgData name="Cristiany Kelly Miranda da Costa Correa" userId="3132fc47-1712-48bc-8364-dd56cd431e4c" providerId="ADAL" clId="{5175271A-B93B-40E0-A886-72D213C3B988}" dt="2025-05-20T19:21:22.944" v="311" actId="20577"/>
          <ac:spMkLst>
            <pc:docMk/>
            <pc:sldMk cId="3043632590" sldId="272"/>
            <ac:spMk id="12" creationId="{874C29AD-5234-9049-CC86-852635AC1BB0}"/>
          </ac:spMkLst>
        </pc:spChg>
        <pc:spChg chg="mod">
          <ac:chgData name="Cristiany Kelly Miranda da Costa Correa" userId="3132fc47-1712-48bc-8364-dd56cd431e4c" providerId="ADAL" clId="{5175271A-B93B-40E0-A886-72D213C3B988}" dt="2025-05-20T19:15:37.268" v="192" actId="20577"/>
          <ac:spMkLst>
            <pc:docMk/>
            <pc:sldMk cId="3043632590" sldId="272"/>
            <ac:spMk id="20" creationId="{A879DFD3-E9DD-70A0-05A1-4BFB5B8C5555}"/>
          </ac:spMkLst>
        </pc:spChg>
        <pc:spChg chg="mod">
          <ac:chgData name="Cristiany Kelly Miranda da Costa Correa" userId="3132fc47-1712-48bc-8364-dd56cd431e4c" providerId="ADAL" clId="{5175271A-B93B-40E0-A886-72D213C3B988}" dt="2025-05-20T19:13:43.800" v="126" actId="14100"/>
          <ac:spMkLst>
            <pc:docMk/>
            <pc:sldMk cId="3043632590" sldId="272"/>
            <ac:spMk id="26" creationId="{20028C55-BBCA-8D75-B480-D81DC150F776}"/>
          </ac:spMkLst>
        </pc:spChg>
        <pc:spChg chg="mod">
          <ac:chgData name="Cristiany Kelly Miranda da Costa Correa" userId="3132fc47-1712-48bc-8364-dd56cd431e4c" providerId="ADAL" clId="{5175271A-B93B-40E0-A886-72D213C3B988}" dt="2025-05-20T19:14:55.332" v="143" actId="20577"/>
          <ac:spMkLst>
            <pc:docMk/>
            <pc:sldMk cId="3043632590" sldId="272"/>
            <ac:spMk id="29" creationId="{33A7B024-C646-B6B2-96D4-E9B73F651E12}"/>
          </ac:spMkLst>
        </pc:spChg>
        <pc:spChg chg="mod">
          <ac:chgData name="Cristiany Kelly Miranda da Costa Correa" userId="3132fc47-1712-48bc-8364-dd56cd431e4c" providerId="ADAL" clId="{5175271A-B93B-40E0-A886-72D213C3B988}" dt="2025-05-20T19:15:02.982" v="145" actId="20577"/>
          <ac:spMkLst>
            <pc:docMk/>
            <pc:sldMk cId="3043632590" sldId="272"/>
            <ac:spMk id="30" creationId="{4AD50B42-BC6F-0064-63FA-E166622728B1}"/>
          </ac:spMkLst>
        </pc:spChg>
        <pc:spChg chg="mod">
          <ac:chgData name="Cristiany Kelly Miranda da Costa Correa" userId="3132fc47-1712-48bc-8364-dd56cd431e4c" providerId="ADAL" clId="{5175271A-B93B-40E0-A886-72D213C3B988}" dt="2025-05-20T19:15:45.049" v="194" actId="20577"/>
          <ac:spMkLst>
            <pc:docMk/>
            <pc:sldMk cId="3043632590" sldId="272"/>
            <ac:spMk id="33" creationId="{0BE5E6BB-1768-B159-F182-2FAEA74CAB13}"/>
          </ac:spMkLst>
        </pc:spChg>
        <pc:picChg chg="mod">
          <ac:chgData name="Cristiany Kelly Miranda da Costa Correa" userId="3132fc47-1712-48bc-8364-dd56cd431e4c" providerId="ADAL" clId="{5175271A-B93B-40E0-A886-72D213C3B988}" dt="2025-05-20T19:13:32.820" v="122" actId="1076"/>
          <ac:picMkLst>
            <pc:docMk/>
            <pc:sldMk cId="3043632590" sldId="272"/>
            <ac:picMk id="4" creationId="{C657B097-0AB3-A945-0707-1F77E3905B1A}"/>
          </ac:picMkLst>
        </pc:picChg>
        <pc:picChg chg="del">
          <ac:chgData name="Cristiany Kelly Miranda da Costa Correa" userId="3132fc47-1712-48bc-8364-dd56cd431e4c" providerId="ADAL" clId="{5175271A-B93B-40E0-A886-72D213C3B988}" dt="2025-05-20T19:13:23.534" v="117" actId="478"/>
          <ac:picMkLst>
            <pc:docMk/>
            <pc:sldMk cId="3043632590" sldId="272"/>
            <ac:picMk id="35" creationId="{417B9BFA-5205-06C5-9679-F4DBD3A27941}"/>
          </ac:picMkLst>
        </pc:picChg>
      </pc:sldChg>
      <pc:sldChg chg="addSp delSp modSp mod">
        <pc:chgData name="Cristiany Kelly Miranda da Costa Correa" userId="3132fc47-1712-48bc-8364-dd56cd431e4c" providerId="ADAL" clId="{5175271A-B93B-40E0-A886-72D213C3B988}" dt="2025-05-20T19:21:35.417" v="315" actId="20577"/>
        <pc:sldMkLst>
          <pc:docMk/>
          <pc:sldMk cId="2765145948" sldId="275"/>
        </pc:sldMkLst>
        <pc:spChg chg="ord">
          <ac:chgData name="Cristiany Kelly Miranda da Costa Correa" userId="3132fc47-1712-48bc-8364-dd56cd431e4c" providerId="ADAL" clId="{5175271A-B93B-40E0-A886-72D213C3B988}" dt="2025-05-20T19:20:34.211" v="288" actId="167"/>
          <ac:spMkLst>
            <pc:docMk/>
            <pc:sldMk cId="2765145948" sldId="275"/>
            <ac:spMk id="2" creationId="{15E6DEE5-FF36-0372-F565-A9D5263C835C}"/>
          </ac:spMkLst>
        </pc:spChg>
        <pc:spChg chg="mod">
          <ac:chgData name="Cristiany Kelly Miranda da Costa Correa" userId="3132fc47-1712-48bc-8364-dd56cd431e4c" providerId="ADAL" clId="{5175271A-B93B-40E0-A886-72D213C3B988}" dt="2025-05-20T19:21:01.155" v="309" actId="20577"/>
          <ac:spMkLst>
            <pc:docMk/>
            <pc:sldMk cId="2765145948" sldId="275"/>
            <ac:spMk id="3" creationId="{29E8B7AA-D354-C3B1-F013-7E9A9BD5EAE2}"/>
          </ac:spMkLst>
        </pc:spChg>
        <pc:spChg chg="mod">
          <ac:chgData name="Cristiany Kelly Miranda da Costa Correa" userId="3132fc47-1712-48bc-8364-dd56cd431e4c" providerId="ADAL" clId="{5175271A-B93B-40E0-A886-72D213C3B988}" dt="2025-05-20T19:21:33.311" v="314" actId="20577"/>
          <ac:spMkLst>
            <pc:docMk/>
            <pc:sldMk cId="2765145948" sldId="275"/>
            <ac:spMk id="9" creationId="{C5D6A4C9-BFF9-C4CA-B2E9-E3B2EB10298B}"/>
          </ac:spMkLst>
        </pc:spChg>
        <pc:spChg chg="mod">
          <ac:chgData name="Cristiany Kelly Miranda da Costa Correa" userId="3132fc47-1712-48bc-8364-dd56cd431e4c" providerId="ADAL" clId="{5175271A-B93B-40E0-A886-72D213C3B988}" dt="2025-05-20T19:21:35.417" v="315" actId="20577"/>
          <ac:spMkLst>
            <pc:docMk/>
            <pc:sldMk cId="2765145948" sldId="275"/>
            <ac:spMk id="12" creationId="{874C29AD-5234-9049-CC86-852635AC1BB0}"/>
          </ac:spMkLst>
        </pc:spChg>
        <pc:spChg chg="mod">
          <ac:chgData name="Cristiany Kelly Miranda da Costa Correa" userId="3132fc47-1712-48bc-8364-dd56cd431e4c" providerId="ADAL" clId="{5175271A-B93B-40E0-A886-72D213C3B988}" dt="2025-05-20T19:20:39.204" v="289" actId="1076"/>
          <ac:spMkLst>
            <pc:docMk/>
            <pc:sldMk cId="2765145948" sldId="275"/>
            <ac:spMk id="19" creationId="{2FEE79EF-4961-D601-0412-E42222A3E819}"/>
          </ac:spMkLst>
        </pc:spChg>
        <pc:spChg chg="mod">
          <ac:chgData name="Cristiany Kelly Miranda da Costa Correa" userId="3132fc47-1712-48bc-8364-dd56cd431e4c" providerId="ADAL" clId="{5175271A-B93B-40E0-A886-72D213C3B988}" dt="2025-05-20T19:20:45.446" v="290" actId="1076"/>
          <ac:spMkLst>
            <pc:docMk/>
            <pc:sldMk cId="2765145948" sldId="275"/>
            <ac:spMk id="20" creationId="{C64D0D5F-9F40-2CD3-A2E9-8620E058B23A}"/>
          </ac:spMkLst>
        </pc:spChg>
        <pc:spChg chg="del">
          <ac:chgData name="Cristiany Kelly Miranda da Costa Correa" userId="3132fc47-1712-48bc-8364-dd56cd431e4c" providerId="ADAL" clId="{5175271A-B93B-40E0-A886-72D213C3B988}" dt="2025-05-20T19:18:57.277" v="271" actId="478"/>
          <ac:spMkLst>
            <pc:docMk/>
            <pc:sldMk cId="2765145948" sldId="275"/>
            <ac:spMk id="26" creationId="{02FA0951-96A1-1AF4-89F8-ADD9E5B34442}"/>
          </ac:spMkLst>
        </pc:spChg>
        <pc:spChg chg="mod">
          <ac:chgData name="Cristiany Kelly Miranda da Costa Correa" userId="3132fc47-1712-48bc-8364-dd56cd431e4c" providerId="ADAL" clId="{5175271A-B93B-40E0-A886-72D213C3B988}" dt="2025-05-20T19:20:49.928" v="291" actId="1076"/>
          <ac:spMkLst>
            <pc:docMk/>
            <pc:sldMk cId="2765145948" sldId="275"/>
            <ac:spMk id="27" creationId="{E7B94C73-A5AF-2468-A7A4-15E232C09E15}"/>
          </ac:spMkLst>
        </pc:spChg>
        <pc:spChg chg="add mod">
          <ac:chgData name="Cristiany Kelly Miranda da Costa Correa" userId="3132fc47-1712-48bc-8364-dd56cd431e4c" providerId="ADAL" clId="{5175271A-B93B-40E0-A886-72D213C3B988}" dt="2025-05-20T19:19:39.431" v="279" actId="20577"/>
          <ac:spMkLst>
            <pc:docMk/>
            <pc:sldMk cId="2765145948" sldId="275"/>
            <ac:spMk id="28" creationId="{D6748F1C-263E-79EF-EAAE-2458A5B844D2}"/>
          </ac:spMkLst>
        </pc:spChg>
        <pc:picChg chg="add mod">
          <ac:chgData name="Cristiany Kelly Miranda da Costa Correa" userId="3132fc47-1712-48bc-8364-dd56cd431e4c" providerId="ADAL" clId="{5175271A-B93B-40E0-A886-72D213C3B988}" dt="2025-05-20T19:19:28.933" v="276" actId="14100"/>
          <ac:picMkLst>
            <pc:docMk/>
            <pc:sldMk cId="2765145948" sldId="275"/>
            <ac:picMk id="5" creationId="{DE9EE04D-75D6-209F-82F8-5E86134295B1}"/>
          </ac:picMkLst>
        </pc:picChg>
        <pc:picChg chg="del">
          <ac:chgData name="Cristiany Kelly Miranda da Costa Correa" userId="3132fc47-1712-48bc-8364-dd56cd431e4c" providerId="ADAL" clId="{5175271A-B93B-40E0-A886-72D213C3B988}" dt="2025-05-20T19:20:20.052" v="281" actId="478"/>
          <ac:picMkLst>
            <pc:docMk/>
            <pc:sldMk cId="2765145948" sldId="275"/>
            <ac:picMk id="18" creationId="{80615693-4A1A-FA97-0B01-DD8BA40F8E0C}"/>
          </ac:picMkLst>
        </pc:picChg>
        <pc:picChg chg="del">
          <ac:chgData name="Cristiany Kelly Miranda da Costa Correa" userId="3132fc47-1712-48bc-8364-dd56cd431e4c" providerId="ADAL" clId="{5175271A-B93B-40E0-A886-72D213C3B988}" dt="2025-05-20T19:18:56.396" v="270" actId="478"/>
          <ac:picMkLst>
            <pc:docMk/>
            <pc:sldMk cId="2765145948" sldId="275"/>
            <ac:picMk id="25" creationId="{42029F23-C2F1-53DB-B570-593C9E7DF26A}"/>
          </ac:picMkLst>
        </pc:picChg>
        <pc:picChg chg="add mod ord">
          <ac:chgData name="Cristiany Kelly Miranda da Costa Correa" userId="3132fc47-1712-48bc-8364-dd56cd431e4c" providerId="ADAL" clId="{5175271A-B93B-40E0-A886-72D213C3B988}" dt="2025-05-20T19:20:30.881" v="287" actId="167"/>
          <ac:picMkLst>
            <pc:docMk/>
            <pc:sldMk cId="2765145948" sldId="275"/>
            <ac:picMk id="30" creationId="{A9312583-B2C6-D33A-2FED-141F9BB48996}"/>
          </ac:picMkLst>
        </pc:picChg>
      </pc:sldChg>
      <pc:sldChg chg="addSp delSp modSp mod">
        <pc:chgData name="Cristiany Kelly Miranda da Costa Correa" userId="3132fc47-1712-48bc-8364-dd56cd431e4c" providerId="ADAL" clId="{5175271A-B93B-40E0-A886-72D213C3B988}" dt="2025-05-20T19:21:29.715" v="313" actId="20577"/>
        <pc:sldMkLst>
          <pc:docMk/>
          <pc:sldMk cId="3908394730" sldId="277"/>
        </pc:sldMkLst>
        <pc:spChg chg="del">
          <ac:chgData name="Cristiany Kelly Miranda da Costa Correa" userId="3132fc47-1712-48bc-8364-dd56cd431e4c" providerId="ADAL" clId="{5175271A-B93B-40E0-A886-72D213C3B988}" dt="2025-05-20T19:16:17.610" v="204" actId="478"/>
          <ac:spMkLst>
            <pc:docMk/>
            <pc:sldMk cId="3908394730" sldId="277"/>
            <ac:spMk id="2" creationId="{15E6DEE5-FF36-0372-F565-A9D5263C835C}"/>
          </ac:spMkLst>
        </pc:spChg>
        <pc:spChg chg="mod">
          <ac:chgData name="Cristiany Kelly Miranda da Costa Correa" userId="3132fc47-1712-48bc-8364-dd56cd431e4c" providerId="ADAL" clId="{5175271A-B93B-40E0-A886-72D213C3B988}" dt="2025-05-20T19:18:14.597" v="259" actId="20577"/>
          <ac:spMkLst>
            <pc:docMk/>
            <pc:sldMk cId="3908394730" sldId="277"/>
            <ac:spMk id="3" creationId="{8D1095C6-7478-F9BA-6A5F-4A94CFCA2DD6}"/>
          </ac:spMkLst>
        </pc:spChg>
        <pc:spChg chg="mod">
          <ac:chgData name="Cristiany Kelly Miranda da Costa Correa" userId="3132fc47-1712-48bc-8364-dd56cd431e4c" providerId="ADAL" clId="{5175271A-B93B-40E0-A886-72D213C3B988}" dt="2025-05-20T19:21:26.925" v="312" actId="20577"/>
          <ac:spMkLst>
            <pc:docMk/>
            <pc:sldMk cId="3908394730" sldId="277"/>
            <ac:spMk id="9" creationId="{C5D6A4C9-BFF9-C4CA-B2E9-E3B2EB10298B}"/>
          </ac:spMkLst>
        </pc:spChg>
        <pc:spChg chg="mod">
          <ac:chgData name="Cristiany Kelly Miranda da Costa Correa" userId="3132fc47-1712-48bc-8364-dd56cd431e4c" providerId="ADAL" clId="{5175271A-B93B-40E0-A886-72D213C3B988}" dt="2025-05-20T19:21:29.715" v="313" actId="20577"/>
          <ac:spMkLst>
            <pc:docMk/>
            <pc:sldMk cId="3908394730" sldId="277"/>
            <ac:spMk id="12" creationId="{874C29AD-5234-9049-CC86-852635AC1BB0}"/>
          </ac:spMkLst>
        </pc:spChg>
        <pc:spChg chg="del">
          <ac:chgData name="Cristiany Kelly Miranda da Costa Correa" userId="3132fc47-1712-48bc-8364-dd56cd431e4c" providerId="ADAL" clId="{5175271A-B93B-40E0-A886-72D213C3B988}" dt="2025-05-20T19:16:19.716" v="205" actId="478"/>
          <ac:spMkLst>
            <pc:docMk/>
            <pc:sldMk cId="3908394730" sldId="277"/>
            <ac:spMk id="20" creationId="{3AB767EA-5752-5C84-B565-4FB011D67BE2}"/>
          </ac:spMkLst>
        </pc:spChg>
        <pc:spChg chg="add mod">
          <ac:chgData name="Cristiany Kelly Miranda da Costa Correa" userId="3132fc47-1712-48bc-8364-dd56cd431e4c" providerId="ADAL" clId="{5175271A-B93B-40E0-A886-72D213C3B988}" dt="2025-05-20T19:18:27.530" v="262" actId="20577"/>
          <ac:spMkLst>
            <pc:docMk/>
            <pc:sldMk cId="3908394730" sldId="277"/>
            <ac:spMk id="22" creationId="{C2D84C07-746D-A7B7-DD31-E85AA9F03D95}"/>
          </ac:spMkLst>
        </pc:spChg>
        <pc:spChg chg="add mod">
          <ac:chgData name="Cristiany Kelly Miranda da Costa Correa" userId="3132fc47-1712-48bc-8364-dd56cd431e4c" providerId="ADAL" clId="{5175271A-B93B-40E0-A886-72D213C3B988}" dt="2025-05-20T19:18:37.120" v="265" actId="20577"/>
          <ac:spMkLst>
            <pc:docMk/>
            <pc:sldMk cId="3908394730" sldId="277"/>
            <ac:spMk id="24" creationId="{F0E35632-FB43-26BF-0EA0-0AC6A7CD3D6F}"/>
          </ac:spMkLst>
        </pc:spChg>
        <pc:spChg chg="add mod">
          <ac:chgData name="Cristiany Kelly Miranda da Costa Correa" userId="3132fc47-1712-48bc-8364-dd56cd431e4c" providerId="ADAL" clId="{5175271A-B93B-40E0-A886-72D213C3B988}" dt="2025-05-20T19:18:43.740" v="269" actId="20577"/>
          <ac:spMkLst>
            <pc:docMk/>
            <pc:sldMk cId="3908394730" sldId="277"/>
            <ac:spMk id="25" creationId="{02ED6A4D-10E6-F004-337E-260E2341AC79}"/>
          </ac:spMkLst>
        </pc:spChg>
        <pc:spChg chg="del">
          <ac:chgData name="Cristiany Kelly Miranda da Costa Correa" userId="3132fc47-1712-48bc-8364-dd56cd431e4c" providerId="ADAL" clId="{5175271A-B93B-40E0-A886-72D213C3B988}" dt="2025-05-20T19:16:03.674" v="195" actId="478"/>
          <ac:spMkLst>
            <pc:docMk/>
            <pc:sldMk cId="3908394730" sldId="277"/>
            <ac:spMk id="26" creationId="{69748BEA-B85C-260F-DF5D-FA5EFB8FA7D3}"/>
          </ac:spMkLst>
        </pc:spChg>
        <pc:spChg chg="del">
          <ac:chgData name="Cristiany Kelly Miranda da Costa Correa" userId="3132fc47-1712-48bc-8364-dd56cd431e4c" providerId="ADAL" clId="{5175271A-B93B-40E0-A886-72D213C3B988}" dt="2025-05-20T19:16:06.428" v="198" actId="478"/>
          <ac:spMkLst>
            <pc:docMk/>
            <pc:sldMk cId="3908394730" sldId="277"/>
            <ac:spMk id="32" creationId="{D1AE6A2D-5A76-021A-2E9D-EF1D43AB0171}"/>
          </ac:spMkLst>
        </pc:spChg>
        <pc:spChg chg="del">
          <ac:chgData name="Cristiany Kelly Miranda da Costa Correa" userId="3132fc47-1712-48bc-8364-dd56cd431e4c" providerId="ADAL" clId="{5175271A-B93B-40E0-A886-72D213C3B988}" dt="2025-05-20T19:16:07.283" v="199" actId="478"/>
          <ac:spMkLst>
            <pc:docMk/>
            <pc:sldMk cId="3908394730" sldId="277"/>
            <ac:spMk id="34" creationId="{BD22C50C-0B46-65CD-B37E-AA0C6A10887A}"/>
          </ac:spMkLst>
        </pc:spChg>
        <pc:spChg chg="del">
          <ac:chgData name="Cristiany Kelly Miranda da Costa Correa" userId="3132fc47-1712-48bc-8364-dd56cd431e4c" providerId="ADAL" clId="{5175271A-B93B-40E0-A886-72D213C3B988}" dt="2025-05-20T19:16:17.425" v="203" actId="478"/>
          <ac:spMkLst>
            <pc:docMk/>
            <pc:sldMk cId="3908394730" sldId="277"/>
            <ac:spMk id="37" creationId="{D9A9EF06-D291-41E1-8DC6-D154C9BB2DD0}"/>
          </ac:spMkLst>
        </pc:spChg>
        <pc:spChg chg="mod">
          <ac:chgData name="Cristiany Kelly Miranda da Costa Correa" userId="3132fc47-1712-48bc-8364-dd56cd431e4c" providerId="ADAL" clId="{5175271A-B93B-40E0-A886-72D213C3B988}" dt="2025-05-20T19:19:14.952" v="272" actId="1076"/>
          <ac:spMkLst>
            <pc:docMk/>
            <pc:sldMk cId="3908394730" sldId="277"/>
            <ac:spMk id="38" creationId="{06DCEC95-9CC3-3E5A-24AD-FA40389A2C44}"/>
          </ac:spMkLst>
        </pc:spChg>
        <pc:picChg chg="del">
          <ac:chgData name="Cristiany Kelly Miranda da Costa Correa" userId="3132fc47-1712-48bc-8364-dd56cd431e4c" providerId="ADAL" clId="{5175271A-B93B-40E0-A886-72D213C3B988}" dt="2025-05-20T19:16:21.923" v="206" actId="478"/>
          <ac:picMkLst>
            <pc:docMk/>
            <pc:sldMk cId="3908394730" sldId="277"/>
            <ac:picMk id="5" creationId="{D3DA5C2D-524C-2968-4FB2-269A99A97F47}"/>
          </ac:picMkLst>
        </pc:picChg>
        <pc:picChg chg="add mod">
          <ac:chgData name="Cristiany Kelly Miranda da Costa Correa" userId="3132fc47-1712-48bc-8364-dd56cd431e4c" providerId="ADAL" clId="{5175271A-B93B-40E0-A886-72D213C3B988}" dt="2025-05-20T19:17:48.605" v="231" actId="1076"/>
          <ac:picMkLst>
            <pc:docMk/>
            <pc:sldMk cId="3908394730" sldId="277"/>
            <ac:picMk id="21" creationId="{E19E97E8-0721-D3C8-4D3F-A44D3E40A7C0}"/>
          </ac:picMkLst>
        </pc:picChg>
        <pc:picChg chg="del">
          <ac:chgData name="Cristiany Kelly Miranda da Costa Correa" userId="3132fc47-1712-48bc-8364-dd56cd431e4c" providerId="ADAL" clId="{5175271A-B93B-40E0-A886-72D213C3B988}" dt="2025-05-20T19:16:04.561" v="196" actId="478"/>
          <ac:picMkLst>
            <pc:docMk/>
            <pc:sldMk cId="3908394730" sldId="277"/>
            <ac:picMk id="28" creationId="{EE9BAEF7-B9F6-3D22-BD78-F23B652645BB}"/>
          </ac:picMkLst>
        </pc:picChg>
        <pc:picChg chg="del">
          <ac:chgData name="Cristiany Kelly Miranda da Costa Correa" userId="3132fc47-1712-48bc-8364-dd56cd431e4c" providerId="ADAL" clId="{5175271A-B93B-40E0-A886-72D213C3B988}" dt="2025-05-20T19:16:05.209" v="197" actId="478"/>
          <ac:picMkLst>
            <pc:docMk/>
            <pc:sldMk cId="3908394730" sldId="277"/>
            <ac:picMk id="31" creationId="{37A88971-9E8B-508E-A141-D510DB67A2B1}"/>
          </ac:picMkLst>
        </pc:picChg>
        <pc:picChg chg="del">
          <ac:chgData name="Cristiany Kelly Miranda da Costa Correa" userId="3132fc47-1712-48bc-8364-dd56cd431e4c" providerId="ADAL" clId="{5175271A-B93B-40E0-A886-72D213C3B988}" dt="2025-05-20T19:16:08.017" v="200" actId="478"/>
          <ac:picMkLst>
            <pc:docMk/>
            <pc:sldMk cId="3908394730" sldId="277"/>
            <ac:picMk id="33" creationId="{B58C5A96-E212-1E35-2137-7957681FA080}"/>
          </ac:picMkLst>
        </pc:picChg>
        <pc:picChg chg="mod">
          <ac:chgData name="Cristiany Kelly Miranda da Costa Correa" userId="3132fc47-1712-48bc-8364-dd56cd431e4c" providerId="ADAL" clId="{5175271A-B93B-40E0-A886-72D213C3B988}" dt="2025-05-20T19:16:10.809" v="201" actId="1076"/>
          <ac:picMkLst>
            <pc:docMk/>
            <pc:sldMk cId="3908394730" sldId="277"/>
            <ac:picMk id="36" creationId="{B9477DDA-72D8-D928-AD39-B0E48C1B5B43}"/>
          </ac:picMkLst>
        </pc:picChg>
      </pc:sldChg>
    </pc:docChg>
  </pc:docChgLst>
  <pc:docChgLst>
    <pc:chgData name="Cristiany Kelly Miranda da Costa Correa" userId="3132fc47-1712-48bc-8364-dd56cd431e4c" providerId="ADAL" clId="{10FA6970-9CA2-46EE-8D1A-A0FC2B660FE9}"/>
    <pc:docChg chg="undo custSel delSld modSld sldOrd">
      <pc:chgData name="Cristiany Kelly Miranda da Costa Correa" userId="3132fc47-1712-48bc-8364-dd56cd431e4c" providerId="ADAL" clId="{10FA6970-9CA2-46EE-8D1A-A0FC2B660FE9}" dt="2025-05-20T19:36:25.334" v="1402" actId="14100"/>
      <pc:docMkLst>
        <pc:docMk/>
      </pc:docMkLst>
      <pc:sldChg chg="addSp delSp modSp mod">
        <pc:chgData name="Cristiany Kelly Miranda da Costa Correa" userId="3132fc47-1712-48bc-8364-dd56cd431e4c" providerId="ADAL" clId="{10FA6970-9CA2-46EE-8D1A-A0FC2B660FE9}" dt="2025-05-20T19:36:25.334" v="1402" actId="14100"/>
        <pc:sldMkLst>
          <pc:docMk/>
          <pc:sldMk cId="3043632590" sldId="272"/>
        </pc:sldMkLst>
        <pc:spChg chg="del mod">
          <ac:chgData name="Cristiany Kelly Miranda da Costa Correa" userId="3132fc47-1712-48bc-8364-dd56cd431e4c" providerId="ADAL" clId="{10FA6970-9CA2-46EE-8D1A-A0FC2B660FE9}" dt="2025-05-20T19:24:50.391" v="54" actId="478"/>
          <ac:spMkLst>
            <pc:docMk/>
            <pc:sldMk cId="3043632590" sldId="272"/>
            <ac:spMk id="3" creationId="{7BBAD699-A36D-CB87-14F5-82F327FDC52F}"/>
          </ac:spMkLst>
        </pc:spChg>
        <pc:spChg chg="del">
          <ac:chgData name="Cristiany Kelly Miranda da Costa Correa" userId="3132fc47-1712-48bc-8364-dd56cd431e4c" providerId="ADAL" clId="{10FA6970-9CA2-46EE-8D1A-A0FC2B660FE9}" dt="2025-05-20T19:24:42.219" v="52" actId="478"/>
          <ac:spMkLst>
            <pc:docMk/>
            <pc:sldMk cId="3043632590" sldId="272"/>
            <ac:spMk id="5" creationId="{AFD9DA67-E56B-9A7B-A010-D663CE76A4F9}"/>
          </ac:spMkLst>
        </pc:spChg>
        <pc:spChg chg="mod">
          <ac:chgData name="Cristiany Kelly Miranda da Costa Correa" userId="3132fc47-1712-48bc-8364-dd56cd431e4c" providerId="ADAL" clId="{10FA6970-9CA2-46EE-8D1A-A0FC2B660FE9}" dt="2025-05-20T19:31:07.684" v="771" actId="20577"/>
          <ac:spMkLst>
            <pc:docMk/>
            <pc:sldMk cId="3043632590" sldId="272"/>
            <ac:spMk id="8" creationId="{89A6F63B-4D85-BF44-4E1B-B87ADB0B91EE}"/>
          </ac:spMkLst>
        </pc:spChg>
        <pc:spChg chg="mod">
          <ac:chgData name="Cristiany Kelly Miranda da Costa Correa" userId="3132fc47-1712-48bc-8364-dd56cd431e4c" providerId="ADAL" clId="{10FA6970-9CA2-46EE-8D1A-A0FC2B660FE9}" dt="2025-05-20T19:24:32.125" v="41" actId="20577"/>
          <ac:spMkLst>
            <pc:docMk/>
            <pc:sldMk cId="3043632590" sldId="272"/>
            <ac:spMk id="9" creationId="{C5D6A4C9-BFF9-C4CA-B2E9-E3B2EB10298B}"/>
          </ac:spMkLst>
        </pc:spChg>
        <pc:spChg chg="mod">
          <ac:chgData name="Cristiany Kelly Miranda da Costa Correa" userId="3132fc47-1712-48bc-8364-dd56cd431e4c" providerId="ADAL" clId="{10FA6970-9CA2-46EE-8D1A-A0FC2B660FE9}" dt="2025-05-20T19:30:47.571" v="731" actId="20577"/>
          <ac:spMkLst>
            <pc:docMk/>
            <pc:sldMk cId="3043632590" sldId="272"/>
            <ac:spMk id="11" creationId="{40EFB402-7AB4-7A83-A790-AB890E004FB9}"/>
          </ac:spMkLst>
        </pc:spChg>
        <pc:spChg chg="mod">
          <ac:chgData name="Cristiany Kelly Miranda da Costa Correa" userId="3132fc47-1712-48bc-8364-dd56cd431e4c" providerId="ADAL" clId="{10FA6970-9CA2-46EE-8D1A-A0FC2B660FE9}" dt="2025-05-20T19:31:34.386" v="795" actId="20577"/>
          <ac:spMkLst>
            <pc:docMk/>
            <pc:sldMk cId="3043632590" sldId="272"/>
            <ac:spMk id="17" creationId="{8AEB04F1-12D1-7132-5216-79111FD35C43}"/>
          </ac:spMkLst>
        </pc:spChg>
        <pc:spChg chg="del">
          <ac:chgData name="Cristiany Kelly Miranda da Costa Correa" userId="3132fc47-1712-48bc-8364-dd56cd431e4c" providerId="ADAL" clId="{10FA6970-9CA2-46EE-8D1A-A0FC2B660FE9}" dt="2025-05-20T19:24:35.597" v="43" actId="478"/>
          <ac:spMkLst>
            <pc:docMk/>
            <pc:sldMk cId="3043632590" sldId="272"/>
            <ac:spMk id="18" creationId="{3D4730D7-A28E-4AE6-5452-D9BDFBC7270B}"/>
          </ac:spMkLst>
        </pc:spChg>
        <pc:spChg chg="del">
          <ac:chgData name="Cristiany Kelly Miranda da Costa Correa" userId="3132fc47-1712-48bc-8364-dd56cd431e4c" providerId="ADAL" clId="{10FA6970-9CA2-46EE-8D1A-A0FC2B660FE9}" dt="2025-05-20T19:24:36.237" v="44" actId="478"/>
          <ac:spMkLst>
            <pc:docMk/>
            <pc:sldMk cId="3043632590" sldId="272"/>
            <ac:spMk id="19" creationId="{74D1802A-2C44-735B-6748-6DAA554DB114}"/>
          </ac:spMkLst>
        </pc:spChg>
        <pc:spChg chg="mod">
          <ac:chgData name="Cristiany Kelly Miranda da Costa Correa" userId="3132fc47-1712-48bc-8364-dd56cd431e4c" providerId="ADAL" clId="{10FA6970-9CA2-46EE-8D1A-A0FC2B660FE9}" dt="2025-05-20T19:36:25.334" v="1402" actId="14100"/>
          <ac:spMkLst>
            <pc:docMk/>
            <pc:sldMk cId="3043632590" sldId="272"/>
            <ac:spMk id="20" creationId="{A879DFD3-E9DD-70A0-05A1-4BFB5B8C5555}"/>
          </ac:spMkLst>
        </pc:spChg>
        <pc:spChg chg="mod">
          <ac:chgData name="Cristiany Kelly Miranda da Costa Correa" userId="3132fc47-1712-48bc-8364-dd56cd431e4c" providerId="ADAL" clId="{10FA6970-9CA2-46EE-8D1A-A0FC2B660FE9}" dt="2025-05-20T19:31:27.619" v="792" actId="20577"/>
          <ac:spMkLst>
            <pc:docMk/>
            <pc:sldMk cId="3043632590" sldId="272"/>
            <ac:spMk id="23" creationId="{9C50DBFB-5ABE-7EB2-F053-9DFAD2F90542}"/>
          </ac:spMkLst>
        </pc:spChg>
        <pc:spChg chg="del">
          <ac:chgData name="Cristiany Kelly Miranda da Costa Correa" userId="3132fc47-1712-48bc-8364-dd56cd431e4c" providerId="ADAL" clId="{10FA6970-9CA2-46EE-8D1A-A0FC2B660FE9}" dt="2025-05-20T19:24:41.401" v="51" actId="478"/>
          <ac:spMkLst>
            <pc:docMk/>
            <pc:sldMk cId="3043632590" sldId="272"/>
            <ac:spMk id="26" creationId="{20028C55-BBCA-8D75-B480-D81DC150F776}"/>
          </ac:spMkLst>
        </pc:spChg>
        <pc:spChg chg="del">
          <ac:chgData name="Cristiany Kelly Miranda da Costa Correa" userId="3132fc47-1712-48bc-8364-dd56cd431e4c" providerId="ADAL" clId="{10FA6970-9CA2-46EE-8D1A-A0FC2B660FE9}" dt="2025-05-20T19:24:40.460" v="50" actId="478"/>
          <ac:spMkLst>
            <pc:docMk/>
            <pc:sldMk cId="3043632590" sldId="272"/>
            <ac:spMk id="29" creationId="{33A7B024-C646-B6B2-96D4-E9B73F651E12}"/>
          </ac:spMkLst>
        </pc:spChg>
        <pc:spChg chg="del">
          <ac:chgData name="Cristiany Kelly Miranda da Costa Correa" userId="3132fc47-1712-48bc-8364-dd56cd431e4c" providerId="ADAL" clId="{10FA6970-9CA2-46EE-8D1A-A0FC2B660FE9}" dt="2025-05-20T19:24:38.286" v="47" actId="478"/>
          <ac:spMkLst>
            <pc:docMk/>
            <pc:sldMk cId="3043632590" sldId="272"/>
            <ac:spMk id="30" creationId="{4AD50B42-BC6F-0064-63FA-E166622728B1}"/>
          </ac:spMkLst>
        </pc:spChg>
        <pc:spChg chg="del">
          <ac:chgData name="Cristiany Kelly Miranda da Costa Correa" userId="3132fc47-1712-48bc-8364-dd56cd431e4c" providerId="ADAL" clId="{10FA6970-9CA2-46EE-8D1A-A0FC2B660FE9}" dt="2025-05-20T19:24:39.558" v="49" actId="478"/>
          <ac:spMkLst>
            <pc:docMk/>
            <pc:sldMk cId="3043632590" sldId="272"/>
            <ac:spMk id="33" creationId="{0BE5E6BB-1768-B159-F182-2FAEA74CAB13}"/>
          </ac:spMkLst>
        </pc:spChg>
        <pc:picChg chg="del">
          <ac:chgData name="Cristiany Kelly Miranda da Costa Correa" userId="3132fc47-1712-48bc-8364-dd56cd431e4c" providerId="ADAL" clId="{10FA6970-9CA2-46EE-8D1A-A0FC2B660FE9}" dt="2025-05-20T19:24:36.816" v="45" actId="478"/>
          <ac:picMkLst>
            <pc:docMk/>
            <pc:sldMk cId="3043632590" sldId="272"/>
            <ac:picMk id="4" creationId="{C657B097-0AB3-A945-0707-1F77E3905B1A}"/>
          </ac:picMkLst>
        </pc:picChg>
        <pc:picChg chg="del">
          <ac:chgData name="Cristiany Kelly Miranda da Costa Correa" userId="3132fc47-1712-48bc-8364-dd56cd431e4c" providerId="ADAL" clId="{10FA6970-9CA2-46EE-8D1A-A0FC2B660FE9}" dt="2025-05-20T19:24:34.679" v="42" actId="478"/>
          <ac:picMkLst>
            <pc:docMk/>
            <pc:sldMk cId="3043632590" sldId="272"/>
            <ac:picMk id="14" creationId="{606B6538-4FED-611F-D86A-CB579C15F0D8}"/>
          </ac:picMkLst>
        </pc:picChg>
        <pc:picChg chg="add del">
          <ac:chgData name="Cristiany Kelly Miranda da Costa Correa" userId="3132fc47-1712-48bc-8364-dd56cd431e4c" providerId="ADAL" clId="{10FA6970-9CA2-46EE-8D1A-A0FC2B660FE9}" dt="2025-05-20T19:32:03.515" v="797" actId="478"/>
          <ac:picMkLst>
            <pc:docMk/>
            <pc:sldMk cId="3043632590" sldId="272"/>
            <ac:picMk id="22" creationId="{03FFDC1F-EB21-039B-5F43-05B14061F6AB}"/>
          </ac:picMkLst>
        </pc:picChg>
        <pc:picChg chg="add mod">
          <ac:chgData name="Cristiany Kelly Miranda da Costa Correa" userId="3132fc47-1712-48bc-8364-dd56cd431e4c" providerId="ADAL" clId="{10FA6970-9CA2-46EE-8D1A-A0FC2B660FE9}" dt="2025-05-20T19:32:30.185" v="800" actId="1076"/>
          <ac:picMkLst>
            <pc:docMk/>
            <pc:sldMk cId="3043632590" sldId="272"/>
            <ac:picMk id="25" creationId="{847A3F7A-2E83-EF7A-9750-52EDC395771F}"/>
          </ac:picMkLst>
        </pc:picChg>
        <pc:picChg chg="del">
          <ac:chgData name="Cristiany Kelly Miranda da Costa Correa" userId="3132fc47-1712-48bc-8364-dd56cd431e4c" providerId="ADAL" clId="{10FA6970-9CA2-46EE-8D1A-A0FC2B660FE9}" dt="2025-05-20T19:24:37.450" v="46" actId="478"/>
          <ac:picMkLst>
            <pc:docMk/>
            <pc:sldMk cId="3043632590" sldId="272"/>
            <ac:picMk id="28" creationId="{8684EBD9-8F20-0ED9-FE7E-44604E2E18B6}"/>
          </ac:picMkLst>
        </pc:picChg>
        <pc:picChg chg="del">
          <ac:chgData name="Cristiany Kelly Miranda da Costa Correa" userId="3132fc47-1712-48bc-8364-dd56cd431e4c" providerId="ADAL" clId="{10FA6970-9CA2-46EE-8D1A-A0FC2B660FE9}" dt="2025-05-20T19:24:38.972" v="48" actId="478"/>
          <ac:picMkLst>
            <pc:docMk/>
            <pc:sldMk cId="3043632590" sldId="272"/>
            <ac:picMk id="32" creationId="{D642D6CF-AB3B-2FA4-FC91-1DCD855BB9C4}"/>
          </ac:picMkLst>
        </pc:picChg>
      </pc:sldChg>
      <pc:sldChg chg="addSp delSp modSp mod ord">
        <pc:chgData name="Cristiany Kelly Miranda da Costa Correa" userId="3132fc47-1712-48bc-8364-dd56cd431e4c" providerId="ADAL" clId="{10FA6970-9CA2-46EE-8D1A-A0FC2B660FE9}" dt="2025-05-20T19:30:39.348" v="727"/>
        <pc:sldMkLst>
          <pc:docMk/>
          <pc:sldMk cId="2765145948" sldId="275"/>
        </pc:sldMkLst>
        <pc:spChg chg="mod">
          <ac:chgData name="Cristiany Kelly Miranda da Costa Correa" userId="3132fc47-1712-48bc-8364-dd56cd431e4c" providerId="ADAL" clId="{10FA6970-9CA2-46EE-8D1A-A0FC2B660FE9}" dt="2025-05-20T19:30:13.018" v="711" actId="20577"/>
          <ac:spMkLst>
            <pc:docMk/>
            <pc:sldMk cId="2765145948" sldId="275"/>
            <ac:spMk id="3" creationId="{29E8B7AA-D354-C3B1-F013-7E9A9BD5EAE2}"/>
          </ac:spMkLst>
        </pc:spChg>
        <pc:spChg chg="mod">
          <ac:chgData name="Cristiany Kelly Miranda da Costa Correa" userId="3132fc47-1712-48bc-8364-dd56cd431e4c" providerId="ADAL" clId="{10FA6970-9CA2-46EE-8D1A-A0FC2B660FE9}" dt="2025-05-20T19:30:34.587" v="725" actId="20577"/>
          <ac:spMkLst>
            <pc:docMk/>
            <pc:sldMk cId="2765145948" sldId="275"/>
            <ac:spMk id="8" creationId="{89A6F63B-4D85-BF44-4E1B-B87ADB0B91EE}"/>
          </ac:spMkLst>
        </pc:spChg>
        <pc:spChg chg="mod">
          <ac:chgData name="Cristiany Kelly Miranda da Costa Correa" userId="3132fc47-1712-48bc-8364-dd56cd431e4c" providerId="ADAL" clId="{10FA6970-9CA2-46EE-8D1A-A0FC2B660FE9}" dt="2025-05-20T19:30:22.276" v="712" actId="20577"/>
          <ac:spMkLst>
            <pc:docMk/>
            <pc:sldMk cId="2765145948" sldId="275"/>
            <ac:spMk id="9" creationId="{C5D6A4C9-BFF9-C4CA-B2E9-E3B2EB10298B}"/>
          </ac:spMkLst>
        </pc:spChg>
        <pc:spChg chg="mod">
          <ac:chgData name="Cristiany Kelly Miranda da Costa Correa" userId="3132fc47-1712-48bc-8364-dd56cd431e4c" providerId="ADAL" clId="{10FA6970-9CA2-46EE-8D1A-A0FC2B660FE9}" dt="2025-05-20T19:30:26.893" v="716" actId="20577"/>
          <ac:spMkLst>
            <pc:docMk/>
            <pc:sldMk cId="2765145948" sldId="275"/>
            <ac:spMk id="11" creationId="{40EFB402-7AB4-7A83-A790-AB890E004FB9}"/>
          </ac:spMkLst>
        </pc:spChg>
        <pc:spChg chg="del">
          <ac:chgData name="Cristiany Kelly Miranda da Costa Correa" userId="3132fc47-1712-48bc-8364-dd56cd431e4c" providerId="ADAL" clId="{10FA6970-9CA2-46EE-8D1A-A0FC2B660FE9}" dt="2025-05-20T19:25:18.959" v="71" actId="478"/>
          <ac:spMkLst>
            <pc:docMk/>
            <pc:sldMk cId="2765145948" sldId="275"/>
            <ac:spMk id="14" creationId="{FDB927DE-C450-FA89-974E-7DEB55BCBEBF}"/>
          </ac:spMkLst>
        </pc:spChg>
        <pc:spChg chg="del">
          <ac:chgData name="Cristiany Kelly Miranda da Costa Correa" userId="3132fc47-1712-48bc-8364-dd56cd431e4c" providerId="ADAL" clId="{10FA6970-9CA2-46EE-8D1A-A0FC2B660FE9}" dt="2025-05-20T19:25:17.524" v="69" actId="478"/>
          <ac:spMkLst>
            <pc:docMk/>
            <pc:sldMk cId="2765145948" sldId="275"/>
            <ac:spMk id="19" creationId="{2FEE79EF-4961-D601-0412-E42222A3E819}"/>
          </ac:spMkLst>
        </pc:spChg>
        <pc:spChg chg="del">
          <ac:chgData name="Cristiany Kelly Miranda da Costa Correa" userId="3132fc47-1712-48bc-8364-dd56cd431e4c" providerId="ADAL" clId="{10FA6970-9CA2-46EE-8D1A-A0FC2B660FE9}" dt="2025-05-20T19:25:16.153" v="68" actId="478"/>
          <ac:spMkLst>
            <pc:docMk/>
            <pc:sldMk cId="2765145948" sldId="275"/>
            <ac:spMk id="20" creationId="{C64D0D5F-9F40-2CD3-A2E9-8620E058B23A}"/>
          </ac:spMkLst>
        </pc:spChg>
        <pc:spChg chg="del">
          <ac:chgData name="Cristiany Kelly Miranda da Costa Correa" userId="3132fc47-1712-48bc-8364-dd56cd431e4c" providerId="ADAL" clId="{10FA6970-9CA2-46EE-8D1A-A0FC2B660FE9}" dt="2025-05-20T19:25:12.078" v="62" actId="478"/>
          <ac:spMkLst>
            <pc:docMk/>
            <pc:sldMk cId="2765145948" sldId="275"/>
            <ac:spMk id="22" creationId="{DACA9145-9DB6-91F2-DBF9-AAAE4563B4BA}"/>
          </ac:spMkLst>
        </pc:spChg>
        <pc:spChg chg="mod">
          <ac:chgData name="Cristiany Kelly Miranda da Costa Correa" userId="3132fc47-1712-48bc-8364-dd56cd431e4c" providerId="ADAL" clId="{10FA6970-9CA2-46EE-8D1A-A0FC2B660FE9}" dt="2025-05-20T19:26:40.997" v="104" actId="20577"/>
          <ac:spMkLst>
            <pc:docMk/>
            <pc:sldMk cId="2765145948" sldId="275"/>
            <ac:spMk id="23" creationId="{9C50DBFB-5ABE-7EB2-F053-9DFAD2F90542}"/>
          </ac:spMkLst>
        </pc:spChg>
        <pc:spChg chg="del">
          <ac:chgData name="Cristiany Kelly Miranda da Costa Correa" userId="3132fc47-1712-48bc-8364-dd56cd431e4c" providerId="ADAL" clId="{10FA6970-9CA2-46EE-8D1A-A0FC2B660FE9}" dt="2025-05-20T19:25:13.392" v="64" actId="478"/>
          <ac:spMkLst>
            <pc:docMk/>
            <pc:sldMk cId="2765145948" sldId="275"/>
            <ac:spMk id="24" creationId="{2E73EABB-952C-9FBC-EC07-DAAAC866E63B}"/>
          </ac:spMkLst>
        </pc:spChg>
        <pc:spChg chg="del">
          <ac:chgData name="Cristiany Kelly Miranda da Costa Correa" userId="3132fc47-1712-48bc-8364-dd56cd431e4c" providerId="ADAL" clId="{10FA6970-9CA2-46EE-8D1A-A0FC2B660FE9}" dt="2025-05-20T19:25:19.629" v="72" actId="478"/>
          <ac:spMkLst>
            <pc:docMk/>
            <pc:sldMk cId="2765145948" sldId="275"/>
            <ac:spMk id="27" creationId="{E7B94C73-A5AF-2468-A7A4-15E232C09E15}"/>
          </ac:spMkLst>
        </pc:spChg>
        <pc:spChg chg="del">
          <ac:chgData name="Cristiany Kelly Miranda da Costa Correa" userId="3132fc47-1712-48bc-8364-dd56cd431e4c" providerId="ADAL" clId="{10FA6970-9CA2-46EE-8D1A-A0FC2B660FE9}" dt="2025-05-20T19:25:14.877" v="66" actId="478"/>
          <ac:spMkLst>
            <pc:docMk/>
            <pc:sldMk cId="2765145948" sldId="275"/>
            <ac:spMk id="28" creationId="{D6748F1C-263E-79EF-EAAE-2458A5B844D2}"/>
          </ac:spMkLst>
        </pc:spChg>
        <pc:picChg chg="del">
          <ac:chgData name="Cristiany Kelly Miranda da Costa Correa" userId="3132fc47-1712-48bc-8364-dd56cd431e4c" providerId="ADAL" clId="{10FA6970-9CA2-46EE-8D1A-A0FC2B660FE9}" dt="2025-05-20T19:25:18.226" v="70" actId="478"/>
          <ac:picMkLst>
            <pc:docMk/>
            <pc:sldMk cId="2765145948" sldId="275"/>
            <ac:picMk id="4" creationId="{824925A9-8242-4FF5-2F83-868EF0771FDD}"/>
          </ac:picMkLst>
        </pc:picChg>
        <pc:picChg chg="del">
          <ac:chgData name="Cristiany Kelly Miranda da Costa Correa" userId="3132fc47-1712-48bc-8364-dd56cd431e4c" providerId="ADAL" clId="{10FA6970-9CA2-46EE-8D1A-A0FC2B660FE9}" dt="2025-05-20T19:25:14.126" v="65" actId="478"/>
          <ac:picMkLst>
            <pc:docMk/>
            <pc:sldMk cId="2765145948" sldId="275"/>
            <ac:picMk id="5" creationId="{DE9EE04D-75D6-209F-82F8-5E86134295B1}"/>
          </ac:picMkLst>
        </pc:picChg>
        <pc:picChg chg="del">
          <ac:chgData name="Cristiany Kelly Miranda da Costa Correa" userId="3132fc47-1712-48bc-8364-dd56cd431e4c" providerId="ADAL" clId="{10FA6970-9CA2-46EE-8D1A-A0FC2B660FE9}" dt="2025-05-20T19:25:12.637" v="63" actId="478"/>
          <ac:picMkLst>
            <pc:docMk/>
            <pc:sldMk cId="2765145948" sldId="275"/>
            <ac:picMk id="21" creationId="{83CCE904-89C0-BD4B-AA81-980CC8D125D5}"/>
          </ac:picMkLst>
        </pc:picChg>
        <pc:picChg chg="add mod">
          <ac:chgData name="Cristiany Kelly Miranda da Costa Correa" userId="3132fc47-1712-48bc-8364-dd56cd431e4c" providerId="ADAL" clId="{10FA6970-9CA2-46EE-8D1A-A0FC2B660FE9}" dt="2025-05-20T19:26:29.897" v="80" actId="208"/>
          <ac:picMkLst>
            <pc:docMk/>
            <pc:sldMk cId="2765145948" sldId="275"/>
            <ac:picMk id="25" creationId="{D1D305C2-A4C4-B812-E8A8-C5F7D1482E7B}"/>
          </ac:picMkLst>
        </pc:picChg>
        <pc:picChg chg="del">
          <ac:chgData name="Cristiany Kelly Miranda da Costa Correa" userId="3132fc47-1712-48bc-8364-dd56cd431e4c" providerId="ADAL" clId="{10FA6970-9CA2-46EE-8D1A-A0FC2B660FE9}" dt="2025-05-20T19:25:15.489" v="67" actId="478"/>
          <ac:picMkLst>
            <pc:docMk/>
            <pc:sldMk cId="2765145948" sldId="275"/>
            <ac:picMk id="30" creationId="{A9312583-B2C6-D33A-2FED-141F9BB48996}"/>
          </ac:picMkLst>
        </pc:picChg>
      </pc:sldChg>
      <pc:sldChg chg="delSp modSp del mod">
        <pc:chgData name="Cristiany Kelly Miranda da Costa Correa" userId="3132fc47-1712-48bc-8364-dd56cd431e4c" providerId="ADAL" clId="{10FA6970-9CA2-46EE-8D1A-A0FC2B660FE9}" dt="2025-05-20T19:31:29.994" v="793" actId="47"/>
        <pc:sldMkLst>
          <pc:docMk/>
          <pc:sldMk cId="3908394730" sldId="277"/>
        </pc:sldMkLst>
        <pc:spChg chg="del">
          <ac:chgData name="Cristiany Kelly Miranda da Costa Correa" userId="3132fc47-1712-48bc-8364-dd56cd431e4c" providerId="ADAL" clId="{10FA6970-9CA2-46EE-8D1A-A0FC2B660FE9}" dt="2025-05-20T19:25:04.038" v="60" actId="478"/>
          <ac:spMkLst>
            <pc:docMk/>
            <pc:sldMk cId="3908394730" sldId="277"/>
            <ac:spMk id="4" creationId="{05F8823C-EDF4-0091-97B6-2FBF745BB448}"/>
          </ac:spMkLst>
        </pc:spChg>
        <pc:spChg chg="mod">
          <ac:chgData name="Cristiany Kelly Miranda da Costa Correa" userId="3132fc47-1712-48bc-8364-dd56cd431e4c" providerId="ADAL" clId="{10FA6970-9CA2-46EE-8D1A-A0FC2B660FE9}" dt="2025-05-20T19:25:07.279" v="61" actId="20577"/>
          <ac:spMkLst>
            <pc:docMk/>
            <pc:sldMk cId="3908394730" sldId="277"/>
            <ac:spMk id="9" creationId="{C5D6A4C9-BFF9-C4CA-B2E9-E3B2EB10298B}"/>
          </ac:spMkLst>
        </pc:spChg>
        <pc:spChg chg="del mod">
          <ac:chgData name="Cristiany Kelly Miranda da Costa Correa" userId="3132fc47-1712-48bc-8364-dd56cd431e4c" providerId="ADAL" clId="{10FA6970-9CA2-46EE-8D1A-A0FC2B660FE9}" dt="2025-05-20T19:25:03.019" v="59" actId="478"/>
          <ac:spMkLst>
            <pc:docMk/>
            <pc:sldMk cId="3908394730" sldId="277"/>
            <ac:spMk id="18" creationId="{3D4730D7-A28E-4AE6-5452-D9BDFBC7270B}"/>
          </ac:spMkLst>
        </pc:spChg>
        <pc:spChg chg="del">
          <ac:chgData name="Cristiany Kelly Miranda da Costa Correa" userId="3132fc47-1712-48bc-8364-dd56cd431e4c" providerId="ADAL" clId="{10FA6970-9CA2-46EE-8D1A-A0FC2B660FE9}" dt="2025-05-20T19:24:54.942" v="55" actId="478"/>
          <ac:spMkLst>
            <pc:docMk/>
            <pc:sldMk cId="3908394730" sldId="277"/>
            <ac:spMk id="22" creationId="{C2D84C07-746D-A7B7-DD31-E85AA9F03D95}"/>
          </ac:spMkLst>
        </pc:spChg>
        <pc:spChg chg="del">
          <ac:chgData name="Cristiany Kelly Miranda da Costa Correa" userId="3132fc47-1712-48bc-8364-dd56cd431e4c" providerId="ADAL" clId="{10FA6970-9CA2-46EE-8D1A-A0FC2B660FE9}" dt="2025-05-20T19:24:54.942" v="55" actId="478"/>
          <ac:spMkLst>
            <pc:docMk/>
            <pc:sldMk cId="3908394730" sldId="277"/>
            <ac:spMk id="24" creationId="{F0E35632-FB43-26BF-0EA0-0AC6A7CD3D6F}"/>
          </ac:spMkLst>
        </pc:spChg>
        <pc:spChg chg="del">
          <ac:chgData name="Cristiany Kelly Miranda da Costa Correa" userId="3132fc47-1712-48bc-8364-dd56cd431e4c" providerId="ADAL" clId="{10FA6970-9CA2-46EE-8D1A-A0FC2B660FE9}" dt="2025-05-20T19:24:59.448" v="56" actId="478"/>
          <ac:spMkLst>
            <pc:docMk/>
            <pc:sldMk cId="3908394730" sldId="277"/>
            <ac:spMk id="25" creationId="{02ED6A4D-10E6-F004-337E-260E2341AC79}"/>
          </ac:spMkLst>
        </pc:spChg>
        <pc:spChg chg="del">
          <ac:chgData name="Cristiany Kelly Miranda da Costa Correa" userId="3132fc47-1712-48bc-8364-dd56cd431e4c" providerId="ADAL" clId="{10FA6970-9CA2-46EE-8D1A-A0FC2B660FE9}" dt="2025-05-20T19:25:01.230" v="57" actId="478"/>
          <ac:spMkLst>
            <pc:docMk/>
            <pc:sldMk cId="3908394730" sldId="277"/>
            <ac:spMk id="38" creationId="{06DCEC95-9CC3-3E5A-24AD-FA40389A2C44}"/>
          </ac:spMkLst>
        </pc:spChg>
        <pc:picChg chg="del">
          <ac:chgData name="Cristiany Kelly Miranda da Costa Correa" userId="3132fc47-1712-48bc-8364-dd56cd431e4c" providerId="ADAL" clId="{10FA6970-9CA2-46EE-8D1A-A0FC2B660FE9}" dt="2025-05-20T19:24:54.942" v="55" actId="478"/>
          <ac:picMkLst>
            <pc:docMk/>
            <pc:sldMk cId="3908394730" sldId="277"/>
            <ac:picMk id="14" creationId="{606B6538-4FED-611F-D86A-CB579C15F0D8}"/>
          </ac:picMkLst>
        </pc:picChg>
        <pc:picChg chg="del">
          <ac:chgData name="Cristiany Kelly Miranda da Costa Correa" userId="3132fc47-1712-48bc-8364-dd56cd431e4c" providerId="ADAL" clId="{10FA6970-9CA2-46EE-8D1A-A0FC2B660FE9}" dt="2025-05-20T19:24:59.448" v="56" actId="478"/>
          <ac:picMkLst>
            <pc:docMk/>
            <pc:sldMk cId="3908394730" sldId="277"/>
            <ac:picMk id="21" creationId="{E19E97E8-0721-D3C8-4D3F-A44D3E40A7C0}"/>
          </ac:picMkLst>
        </pc:picChg>
        <pc:picChg chg="del">
          <ac:chgData name="Cristiany Kelly Miranda da Costa Correa" userId="3132fc47-1712-48bc-8364-dd56cd431e4c" providerId="ADAL" clId="{10FA6970-9CA2-46EE-8D1A-A0FC2B660FE9}" dt="2025-05-20T19:24:54.942" v="55" actId="478"/>
          <ac:picMkLst>
            <pc:docMk/>
            <pc:sldMk cId="3908394730" sldId="277"/>
            <ac:picMk id="36" creationId="{B9477DDA-72D8-D928-AD39-B0E48C1B5B4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0C5E5-B1A7-69E0-8ABB-41F38869F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086D03-11E4-2D2B-DBAF-1368CDF5B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EAA39-F21C-F152-A547-F470C5426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D52031-502E-17D6-B9DD-903FA592A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52B719-17B3-B5CF-A152-7EC5CB7C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6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2BEAA-F46A-E99E-DEE7-AECE3372D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A82544-0978-F74C-4566-742B362F0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372623-9854-CA71-2C3D-AFC1378AF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0CCB7A-4C16-F647-3FED-91C24DB4E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8CD673-E67B-CD96-448D-4456C062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5430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04F40-D48D-1323-C7B7-7733EB69B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FDF976-54FD-0D46-8A00-B57E7F44F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C94F2A-6610-6BAC-07DE-C81485EC3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3D09B9-ED24-1D69-82AF-9F4BC717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114733-10E5-0BBF-4B7C-01E3E101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84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8FF88-108C-841F-DAE9-C1ECAAE3B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F43AD6-2D1F-10FA-7E89-11F455D8F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3985545-C370-49B6-00A1-423C7BC4C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F73872-574D-869E-E6A1-D94E2B9F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69FF45-69C8-4909-F7C3-E017DF0E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3B972F-39DE-974F-D8BB-64138FB8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6839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B2377-CCB8-1352-7E78-1FA765AA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792C3B-4A75-D32F-5BFF-DA55574E8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41009A-12EA-BAAF-0C65-4397ED4E5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E9EF207-0D92-94AE-873F-75BA30966B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7CCFB58-41F7-4FA5-C3B8-98B3AA456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6698B94-DD3B-7A76-B5DA-53A2420B9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AB13164-19C3-7F5E-3EC9-5A79CFDF7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0C83144-B60C-5F88-CF5D-EC8B79EF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9847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3EAB0-880B-A623-1DE3-A4E2794A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360FC57-EDA9-668D-BF60-3580740D7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D86B0A-64A6-97C1-9577-C2E21DC8C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82ECAE0-28C3-2586-1BF8-142FFB414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5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1ABB909-1490-4E22-F02C-324F4480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687DD46-2FD7-1C92-6579-9C0CAE49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DC1D49-4B77-7506-A1C1-35E06426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553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C8865-6365-712E-0AC7-FC46F2E7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2E9111-B2E8-AC50-E0F4-012E34FE9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14F71D-4389-5628-FE94-0AC58A518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5C5912-E308-B10D-B4F2-F5B214ABD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6AC50A-1F3E-620F-2A22-26F3EA5DC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6558EA-C399-F9E6-1157-7F9E5DB01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908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8E97A-99A9-D561-5155-6CBA7C624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0C6D5BF-0A93-D960-8704-3A5AA4BE2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6865F2-F812-8E03-2287-FD68814DD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7EE6C3-06B2-BD5D-9CD6-58F98E21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E16561-B9EB-90BC-52CF-57327798D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A1926D-AFA3-7A18-0486-49B78DC0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50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2AB80-F8BA-1C30-33FF-D1C5A19B5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A39070-AA63-7950-0326-11A1A2515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5D2864-7C1C-0E6A-3B48-A2DE2D6CE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F8A3E9-E2B8-D1B2-38F1-F0EA7F51F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B2231D-8DDF-07A4-72E9-DD9C7A830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029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1F18B7-6879-DFB2-6D87-312A1DFB9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CCE12E-1665-1297-CC3A-3C5A0929B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8001AA-8764-76D6-EC49-69DDD34C3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7FBC2F-4AAA-B878-5DCD-D6A9BADF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4D5330-A127-68F8-D458-D28D7415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107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4F2B321-53C5-AFD0-7336-5C05002A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1EB4C5-7968-485D-D83D-2ACFEC260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3C81CA-A0D0-64CF-309B-DB73C886B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6335F9-F1FE-B0D6-82C0-0840225A9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9F8F79-C472-3DB8-2FF6-B4CEA1AEB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587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3B694-72D3-D68A-5F2A-02B3270D7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DBDABB-0900-C755-A528-AB107F404117}"/>
              </a:ext>
            </a:extLst>
          </p:cNvPr>
          <p:cNvSpPr/>
          <p:nvPr/>
        </p:nvSpPr>
        <p:spPr>
          <a:xfrm>
            <a:off x="0" y="890546"/>
            <a:ext cx="12192000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479EB1B-A683-F87D-8722-93F709B9F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A122C274-2572-7C14-29F9-849764DFE44C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C36FA68-9F75-5DD0-F1C6-2E333A6484E4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FOLLOW-UP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72E77B7-D197-FA74-436A-B8D1B506DB39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IT-ADMLUFT-008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5CD9528-6882-3A6E-C414-D451C052FE66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DCCEAB5-3F45-1784-FE35-328AAADE558C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1/2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E9CA46A-345E-9257-4385-9F1DC92D683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</a:t>
            </a:r>
            <a:r>
              <a:rPr lang="pt-BR"/>
              <a:t>.:02</a:t>
            </a:r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12A4BBF-938F-CD93-ACC3-6F143E46A564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C09B5B8-F8CC-6AE0-1B7A-E80C591C3780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C4A766E-9806-0D36-4F0B-5A645A642C25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7373BED-B4CA-6AAB-A7D0-DD8D97D93074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F2FCF27-D16C-A222-6F49-6A44EB1F261F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Planilha de Follow-up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13237D5-C4F7-8977-38D7-D3992BF6B322}"/>
              </a:ext>
            </a:extLst>
          </p:cNvPr>
          <p:cNvSpPr/>
          <p:nvPr/>
        </p:nvSpPr>
        <p:spPr>
          <a:xfrm>
            <a:off x="10203543" y="910396"/>
            <a:ext cx="1924089" cy="5272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pt-BR" sz="1600" dirty="0"/>
              <a:t>A planilha fica no mesmo caminho do controle de OCIS 2025 </a:t>
            </a:r>
          </a:p>
          <a:p>
            <a:pPr marL="342900" indent="-342900">
              <a:buAutoNum type="arabicPeriod"/>
            </a:pPr>
            <a:endParaRPr lang="pt-BR" sz="1600" dirty="0"/>
          </a:p>
          <a:p>
            <a:pPr marL="342900" indent="-342900">
              <a:buAutoNum type="arabicPeriod"/>
            </a:pPr>
            <a:r>
              <a:rPr lang="pt-BR" sz="1600" dirty="0"/>
              <a:t>Entrar no arquivo Follow </a:t>
            </a:r>
            <a:r>
              <a:rPr lang="pt-BR" sz="1600" dirty="0" err="1"/>
              <a:t>up</a:t>
            </a:r>
            <a:r>
              <a:rPr lang="pt-BR" sz="1600" dirty="0"/>
              <a:t> postos - centrais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4C3036D2-1525-0089-E27D-DA7C197F9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797" y="1818582"/>
            <a:ext cx="8743950" cy="1924050"/>
          </a:xfrm>
          <a:prstGeom prst="rect">
            <a:avLst/>
          </a:prstGeom>
        </p:spPr>
      </p:pic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4614A012-5039-46C0-2D74-FD4BDC23AA22}"/>
              </a:ext>
            </a:extLst>
          </p:cNvPr>
          <p:cNvSpPr/>
          <p:nvPr/>
        </p:nvSpPr>
        <p:spPr>
          <a:xfrm>
            <a:off x="284921" y="1654629"/>
            <a:ext cx="569842" cy="5156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0" name="Seta: para a Direita 19">
            <a:extLst>
              <a:ext uri="{FF2B5EF4-FFF2-40B4-BE49-F238E27FC236}">
                <a16:creationId xmlns:a16="http://schemas.microsoft.com/office/drawing/2014/main" id="{749886FE-2BE3-547E-CFD3-FAED96E078CF}"/>
              </a:ext>
            </a:extLst>
          </p:cNvPr>
          <p:cNvSpPr/>
          <p:nvPr/>
        </p:nvSpPr>
        <p:spPr>
          <a:xfrm>
            <a:off x="1808922" y="2911611"/>
            <a:ext cx="569842" cy="5156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96813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6328A-3698-50C7-439E-37C79D12E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B37A3C8-E870-2511-C187-BA9A117256EC}"/>
              </a:ext>
            </a:extLst>
          </p:cNvPr>
          <p:cNvSpPr/>
          <p:nvPr/>
        </p:nvSpPr>
        <p:spPr>
          <a:xfrm>
            <a:off x="0" y="890546"/>
            <a:ext cx="12192000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301112C-3A9B-0DC7-DF57-3FE4E62BD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5A68BFCC-F315-48BE-56C3-ED0889E333DC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4E37A8F-349B-414F-7468-BA078981636F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FOLLOW-UP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897198F-ADE8-45AB-50E6-71823B69B53D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IT-ADMLUFT-008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184846B-3D33-30C1-C034-0A859DE07198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FBA8EE1-0F4E-F242-A368-9D4F04891F41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1/2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8B8140E-61B3-9A41-FDB5-FD80D96C42F8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</a:t>
            </a:r>
            <a:r>
              <a:rPr lang="pt-BR"/>
              <a:t>.:02</a:t>
            </a:r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33D4E78-0EE8-571A-599A-144E0CAA7159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87D1DFC-8395-58BD-1C1B-8F78AF874DD3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1822A41-D99A-4020-FBA7-D2DF047B305A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54A21ED-48AB-8C1F-E91B-B2E06CB42C09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339DA39-1790-1C23-C5D4-F22C89A673D7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Planilha de Follow-up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C4B48F5-6C43-6B19-D2EA-C1E48089BB06}"/>
              </a:ext>
            </a:extLst>
          </p:cNvPr>
          <p:cNvSpPr/>
          <p:nvPr/>
        </p:nvSpPr>
        <p:spPr>
          <a:xfrm>
            <a:off x="10203543" y="910396"/>
            <a:ext cx="1924089" cy="5272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3. Clicar em mais e fazer uma aba com a data do dia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E5B661B-84F8-AF5F-06FF-6A164AF2F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134" y="1429400"/>
            <a:ext cx="7915275" cy="4505325"/>
          </a:xfrm>
          <a:prstGeom prst="rect">
            <a:avLst/>
          </a:prstGeom>
        </p:spPr>
      </p:pic>
      <p:sp>
        <p:nvSpPr>
          <p:cNvPr id="14" name="Seta: para Baixo 13">
            <a:extLst>
              <a:ext uri="{FF2B5EF4-FFF2-40B4-BE49-F238E27FC236}">
                <a16:creationId xmlns:a16="http://schemas.microsoft.com/office/drawing/2014/main" id="{5D2DDE7A-FC86-5A4F-A338-7B2B3B86E3CC}"/>
              </a:ext>
            </a:extLst>
          </p:cNvPr>
          <p:cNvSpPr/>
          <p:nvPr/>
        </p:nvSpPr>
        <p:spPr>
          <a:xfrm>
            <a:off x="7866743" y="5050971"/>
            <a:ext cx="653143" cy="5929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56539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5E77A-5142-0027-2993-FCFFE64F3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4516AD2-477D-2C2E-2CC6-3BA8505E1ADA}"/>
              </a:ext>
            </a:extLst>
          </p:cNvPr>
          <p:cNvSpPr/>
          <p:nvPr/>
        </p:nvSpPr>
        <p:spPr>
          <a:xfrm>
            <a:off x="0" y="890546"/>
            <a:ext cx="12192000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2C61B49-F4F4-7AEC-ADE0-819C5A043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E5DEF74A-5CF5-011B-AFE9-345CBF4B906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91718FC-7BC8-3568-A357-61F072D79165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FOLLOW-UP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1E18FFE-209E-25E3-034F-AA5087437E30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IT-ADMLUFT-008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4B8DF4A-1956-1CD1-DC8E-AE772B2079A5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3885061-5094-6438-6F24-C3E3D39CDED2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1/2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FD0E8D9-E6DC-0871-E01B-8FF11B7DA219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</a:t>
            </a:r>
            <a:r>
              <a:rPr lang="pt-BR"/>
              <a:t>.:02</a:t>
            </a:r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423E1EE-CFC2-B647-3532-BD98AB8C8C12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C043B07-0FDC-BC33-7EF6-14C2C6B8F073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C34C268-74CC-50A4-F2D8-B7389DB74984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82F2E0E-F303-7C0C-B588-5445EB4DC762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A9A12AA-BC7A-645C-E076-019832CD91CB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Planilha de Follow-up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ABEDE25-CB53-009C-6F80-FC2CDC9058B5}"/>
              </a:ext>
            </a:extLst>
          </p:cNvPr>
          <p:cNvSpPr/>
          <p:nvPr/>
        </p:nvSpPr>
        <p:spPr>
          <a:xfrm>
            <a:off x="10203543" y="910396"/>
            <a:ext cx="1924089" cy="5272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4. Pegar a planilha do dia anterior e colar alterando a data e limpando os dados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2DCEA400-857D-D903-873D-C5F1DB67C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42" y="1818582"/>
            <a:ext cx="8946238" cy="2979770"/>
          </a:xfrm>
          <a:prstGeom prst="rect">
            <a:avLst/>
          </a:prstGeom>
        </p:spPr>
      </p:pic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8E065157-2C56-444A-18AD-309F5E31A67F}"/>
              </a:ext>
            </a:extLst>
          </p:cNvPr>
          <p:cNvSpPr/>
          <p:nvPr/>
        </p:nvSpPr>
        <p:spPr>
          <a:xfrm>
            <a:off x="449943" y="1616373"/>
            <a:ext cx="812800" cy="6837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21925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1D955-0085-5BAB-20B7-41C8D1E42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A47A728-7F5A-34C9-7D0F-B94994227D7B}"/>
              </a:ext>
            </a:extLst>
          </p:cNvPr>
          <p:cNvSpPr/>
          <p:nvPr/>
        </p:nvSpPr>
        <p:spPr>
          <a:xfrm>
            <a:off x="0" y="890546"/>
            <a:ext cx="12192000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0D11BCC-A236-1553-420E-C1390FCD4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20CC8ED4-DF1A-C7F6-A485-2D0B4A0FF077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11A7D79-48C0-0250-32A9-B11D13C7A433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FOLLOW-UP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FC8BB3C-A9A2-306F-4BCE-0B3DD1A9A2A9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IT-ADMLUFT-008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CAB24B9-431C-C07C-C368-CCB08628FEA3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2E65EE9-2881-FF98-5DC7-9324248068E2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1/2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DE28747-7383-FD43-9279-51DBE9BCE877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</a:t>
            </a:r>
            <a:r>
              <a:rPr lang="pt-BR"/>
              <a:t>.:02</a:t>
            </a:r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12D32BC-F4D0-662E-6C02-042B9C18862D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554DF3B-7314-B332-A9F8-FF2A862249D8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5D25969-34F0-3C32-EC67-7CFA4C7542F1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DEE67E3-A53E-4362-2CC5-E9EABE20228B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E6E275D-BD32-6DBB-A260-58C6671A8B55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Planilha de Follow-up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73F7F75-8E71-09BB-0504-AB72294179E6}"/>
              </a:ext>
            </a:extLst>
          </p:cNvPr>
          <p:cNvSpPr/>
          <p:nvPr/>
        </p:nvSpPr>
        <p:spPr>
          <a:xfrm>
            <a:off x="10203543" y="910396"/>
            <a:ext cx="1924089" cy="5272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5. Entrar na planilha de controle de OCIS e pegar todas as viagens para o dia;</a:t>
            </a:r>
          </a:p>
          <a:p>
            <a:endParaRPr lang="pt-BR" sz="1600" dirty="0"/>
          </a:p>
          <a:p>
            <a:r>
              <a:rPr lang="pt-BR" sz="1600" dirty="0"/>
              <a:t>6. Pegar a informação de pedagio, OCI, Origem, UF de origem, destino, UF de destino, motorista e data de coleta</a:t>
            </a:r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42C9F7C-658F-556C-F6D3-66572CD70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06" y="1299578"/>
            <a:ext cx="8742422" cy="1926503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41D33751-FFF2-274B-136B-E0138AD142ED}"/>
              </a:ext>
            </a:extLst>
          </p:cNvPr>
          <p:cNvSpPr/>
          <p:nvPr/>
        </p:nvSpPr>
        <p:spPr>
          <a:xfrm>
            <a:off x="2093843" y="2859313"/>
            <a:ext cx="2093844" cy="3257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79544DC2-5853-991B-8976-8B7FF4C55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628" y="3182229"/>
            <a:ext cx="5967107" cy="2785225"/>
          </a:xfrm>
          <a:prstGeom prst="rect">
            <a:avLst/>
          </a:prstGeom>
        </p:spPr>
      </p:pic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B6AD6BA5-B86B-2FDC-6A88-2106203B4AD2}"/>
              </a:ext>
            </a:extLst>
          </p:cNvPr>
          <p:cNvSpPr/>
          <p:nvPr/>
        </p:nvSpPr>
        <p:spPr>
          <a:xfrm>
            <a:off x="1259947" y="2667725"/>
            <a:ext cx="653143" cy="5821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C70C48B9-E24C-F399-5D19-0B648D5E65F2}"/>
              </a:ext>
            </a:extLst>
          </p:cNvPr>
          <p:cNvSpPr/>
          <p:nvPr/>
        </p:nvSpPr>
        <p:spPr>
          <a:xfrm>
            <a:off x="3206596" y="3921631"/>
            <a:ext cx="653143" cy="5821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84763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42730-CA54-26A3-F2E0-E04573B66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81C8D86-F78B-CD4B-1E46-7D725A93C468}"/>
              </a:ext>
            </a:extLst>
          </p:cNvPr>
          <p:cNvSpPr/>
          <p:nvPr/>
        </p:nvSpPr>
        <p:spPr>
          <a:xfrm>
            <a:off x="0" y="890546"/>
            <a:ext cx="12192000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7229F21-86EC-DE0D-3039-3A248A953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D77DB185-BC48-57C0-4BEF-2BA023E2911F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5F61627-CA38-EDA8-FE71-DDF5E914E07A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FOLLOW-UP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D8F0AB0-8CCD-0402-DCAB-3915CD2C45F1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IT-ADMLUFT-008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C3DA310-E5FA-3680-9254-E3125136DD9B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710875E-D2DF-4806-5D95-A2DD13367B1C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1/2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0381B24-BD35-9CE3-15A9-46427E1EDAEA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</a:t>
            </a:r>
            <a:r>
              <a:rPr lang="pt-BR"/>
              <a:t>.:02</a:t>
            </a:r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4B76EEF-1CF2-D0E0-9C93-11AAE04E5CDF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9AD943C-5204-ED5C-72E2-9EE5F977E151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EDC6121-2535-0AD9-1613-127A708CFF27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507B24B-DA42-CF88-5828-486B8A76F02B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5970EA2-09DE-2697-3D52-FAD8E022F7AB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Planilha de Follow-up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3B672DE-378A-2838-8D5E-7C903FFD7DC3}"/>
              </a:ext>
            </a:extLst>
          </p:cNvPr>
          <p:cNvSpPr/>
          <p:nvPr/>
        </p:nvSpPr>
        <p:spPr>
          <a:xfrm>
            <a:off x="10203543" y="910396"/>
            <a:ext cx="1924089" cy="5272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7. Preencher também a data de descarga</a:t>
            </a:r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3F879BBE-092C-C23B-E50D-A031088CA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02677"/>
            <a:ext cx="10014857" cy="2852646"/>
          </a:xfrm>
          <a:prstGeom prst="rect">
            <a:avLst/>
          </a:prstGeom>
        </p:spPr>
      </p:pic>
      <p:sp>
        <p:nvSpPr>
          <p:cNvPr id="19" name="Seta: para Baixo 18">
            <a:extLst>
              <a:ext uri="{FF2B5EF4-FFF2-40B4-BE49-F238E27FC236}">
                <a16:creationId xmlns:a16="http://schemas.microsoft.com/office/drawing/2014/main" id="{FF3730A9-6D49-BC4D-75C2-60E5B5049883}"/>
              </a:ext>
            </a:extLst>
          </p:cNvPr>
          <p:cNvSpPr/>
          <p:nvPr/>
        </p:nvSpPr>
        <p:spPr>
          <a:xfrm>
            <a:off x="8281980" y="1271510"/>
            <a:ext cx="740229" cy="81532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49160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4B702-A570-3399-6EF4-18E0309A9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28FF8D6-8657-2753-EFAE-3EDB2091DF82}"/>
              </a:ext>
            </a:extLst>
          </p:cNvPr>
          <p:cNvSpPr/>
          <p:nvPr/>
        </p:nvSpPr>
        <p:spPr>
          <a:xfrm>
            <a:off x="0" y="890546"/>
            <a:ext cx="12192000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04C790A-BA5A-4414-F152-EA1961302F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3112BB49-CB9A-9754-9B6F-C43689D3CD8C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0C3E3FD-162A-F71B-C54A-AD09B36794E5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FOLLOW-UP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85A47B1-EDD8-32EA-BF3D-6443C0113299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IT-ADMLUFT-008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7535D2E-2081-2FA6-BF06-C1FBE9F5D350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618F0F4-2EA5-933A-D54D-CCC227C97D3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1/2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D4B7C80-130B-C45C-FC41-0AC265C60F09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</a:t>
            </a:r>
            <a:r>
              <a:rPr lang="pt-BR"/>
              <a:t>.:02</a:t>
            </a:r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05D5296-BAD1-F702-14CF-7828F1860247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85FF4C4-8FAF-BA67-645E-FCB920E2762F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6881436-1333-45E4-551C-585FE9745723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36B1056-9AD9-5AA5-19C8-718BD673C04E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A0C7DF4-3717-D8DF-1F46-F05B734D96E1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Planilha de Follow-up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306B5F2-C93E-589E-BE01-884A7F4417D9}"/>
              </a:ext>
            </a:extLst>
          </p:cNvPr>
          <p:cNvSpPr/>
          <p:nvPr/>
        </p:nvSpPr>
        <p:spPr>
          <a:xfrm>
            <a:off x="10203543" y="910396"/>
            <a:ext cx="1924089" cy="5272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100" dirty="0"/>
              <a:t>8. O horário da coleta quem vai passar é o motorista via BOT ou WhatsApp, ele vai enviar a localização ou </a:t>
            </a:r>
            <a:r>
              <a:rPr lang="pt-BR" sz="1100" dirty="0" err="1"/>
              <a:t>sst</a:t>
            </a:r>
            <a:r>
              <a:rPr lang="pt-BR" sz="1100" dirty="0"/>
              <a:t> assinada pelo posto e vamos preencher o horário que ele colocou aqui;</a:t>
            </a:r>
          </a:p>
          <a:p>
            <a:endParaRPr lang="pt-BR" sz="1100" dirty="0"/>
          </a:p>
          <a:p>
            <a:r>
              <a:rPr lang="pt-BR" sz="1100" dirty="0"/>
              <a:t>9. Depois entramos em contato com o posto e anotamos o nome da pessoa que conversamos;</a:t>
            </a:r>
          </a:p>
          <a:p>
            <a:endParaRPr lang="pt-BR" sz="1100" dirty="0"/>
          </a:p>
          <a:p>
            <a:r>
              <a:rPr lang="pt-BR" sz="1100" dirty="0"/>
              <a:t>10. Colocamos o horário que conversamos;</a:t>
            </a:r>
          </a:p>
          <a:p>
            <a:endParaRPr lang="pt-BR" sz="1100" dirty="0"/>
          </a:p>
          <a:p>
            <a:r>
              <a:rPr lang="pt-BR" sz="1100" dirty="0"/>
              <a:t>11. E ao falar com o posto vamos preencher o questionário que perguntaremos a pessoa do posto ;</a:t>
            </a:r>
          </a:p>
          <a:p>
            <a:endParaRPr lang="pt-BR" sz="1100" dirty="0"/>
          </a:p>
          <a:p>
            <a:r>
              <a:rPr lang="pt-BR" sz="1100" dirty="0"/>
              <a:t>12. Na descarga ligamos para Central e anotamos o nome da pessoa que falamos</a:t>
            </a:r>
          </a:p>
          <a:p>
            <a:endParaRPr lang="pt-BR" sz="1100" dirty="0"/>
          </a:p>
          <a:p>
            <a:r>
              <a:rPr lang="pt-BR" sz="1100" dirty="0"/>
              <a:t>13. E Horário que falamos com a central.</a:t>
            </a:r>
          </a:p>
          <a:p>
            <a:endParaRPr lang="pt-BR" sz="1100" dirty="0"/>
          </a:p>
          <a:p>
            <a:r>
              <a:rPr lang="pt-BR" sz="1100" dirty="0"/>
              <a:t>Salvamos a planilha pois a mesma será </a:t>
            </a:r>
            <a:r>
              <a:rPr lang="pt-BR" sz="1100" dirty="0" err="1"/>
              <a:t>uada</a:t>
            </a:r>
            <a:r>
              <a:rPr lang="pt-BR" sz="1100" dirty="0"/>
              <a:t> para auditoria</a:t>
            </a:r>
          </a:p>
          <a:p>
            <a:endParaRPr lang="pt-BR" sz="1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2C9D70C-8FA5-B321-6FD9-82008D5E8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157" y="1429400"/>
            <a:ext cx="7474229" cy="4561478"/>
          </a:xfrm>
          <a:prstGeom prst="rect">
            <a:avLst/>
          </a:prstGeom>
        </p:spPr>
      </p:pic>
      <p:sp>
        <p:nvSpPr>
          <p:cNvPr id="14" name="Seta: para Baixo 13">
            <a:extLst>
              <a:ext uri="{FF2B5EF4-FFF2-40B4-BE49-F238E27FC236}">
                <a16:creationId xmlns:a16="http://schemas.microsoft.com/office/drawing/2014/main" id="{83B36A5E-3FC3-0F52-1035-DE456E74398E}"/>
              </a:ext>
            </a:extLst>
          </p:cNvPr>
          <p:cNvSpPr/>
          <p:nvPr/>
        </p:nvSpPr>
        <p:spPr>
          <a:xfrm>
            <a:off x="1776971" y="1156038"/>
            <a:ext cx="537028" cy="6312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8</a:t>
            </a:r>
          </a:p>
        </p:txBody>
      </p:sp>
      <p:sp>
        <p:nvSpPr>
          <p:cNvPr id="20" name="Seta: para Baixo 19">
            <a:extLst>
              <a:ext uri="{FF2B5EF4-FFF2-40B4-BE49-F238E27FC236}">
                <a16:creationId xmlns:a16="http://schemas.microsoft.com/office/drawing/2014/main" id="{ECA1486F-59E3-C7A9-0478-939956E15D10}"/>
              </a:ext>
            </a:extLst>
          </p:cNvPr>
          <p:cNvSpPr/>
          <p:nvPr/>
        </p:nvSpPr>
        <p:spPr>
          <a:xfrm>
            <a:off x="2436586" y="1187355"/>
            <a:ext cx="537028" cy="6312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9</a:t>
            </a: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9C2C2CCE-F7AD-EB3E-D244-C35C04F3C20D}"/>
              </a:ext>
            </a:extLst>
          </p:cNvPr>
          <p:cNvSpPr/>
          <p:nvPr/>
        </p:nvSpPr>
        <p:spPr>
          <a:xfrm>
            <a:off x="2983700" y="1187355"/>
            <a:ext cx="829756" cy="6312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A79BD709-E57F-BF4C-B132-182C23E6BBFC}"/>
              </a:ext>
            </a:extLst>
          </p:cNvPr>
          <p:cNvSpPr/>
          <p:nvPr/>
        </p:nvSpPr>
        <p:spPr>
          <a:xfrm>
            <a:off x="4717771" y="1149865"/>
            <a:ext cx="829756" cy="6312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11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153ED338-6C32-EFEB-3210-B7B74CC66B0F}"/>
              </a:ext>
            </a:extLst>
          </p:cNvPr>
          <p:cNvSpPr/>
          <p:nvPr/>
        </p:nvSpPr>
        <p:spPr>
          <a:xfrm>
            <a:off x="3666044" y="1781092"/>
            <a:ext cx="3303972" cy="57634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Seta: para Baixo 24">
            <a:extLst>
              <a:ext uri="{FF2B5EF4-FFF2-40B4-BE49-F238E27FC236}">
                <a16:creationId xmlns:a16="http://schemas.microsoft.com/office/drawing/2014/main" id="{A69E24BA-FB2D-AB55-8ADC-B926ECC2A821}"/>
              </a:ext>
            </a:extLst>
          </p:cNvPr>
          <p:cNvSpPr/>
          <p:nvPr/>
        </p:nvSpPr>
        <p:spPr>
          <a:xfrm>
            <a:off x="7679323" y="1149864"/>
            <a:ext cx="829756" cy="6312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12</a:t>
            </a:r>
          </a:p>
        </p:txBody>
      </p:sp>
      <p:sp>
        <p:nvSpPr>
          <p:cNvPr id="26" name="Seta: para Baixo 25">
            <a:extLst>
              <a:ext uri="{FF2B5EF4-FFF2-40B4-BE49-F238E27FC236}">
                <a16:creationId xmlns:a16="http://schemas.microsoft.com/office/drawing/2014/main" id="{E0270EE4-5CB4-A160-7778-61082F2909D9}"/>
              </a:ext>
            </a:extLst>
          </p:cNvPr>
          <p:cNvSpPr/>
          <p:nvPr/>
        </p:nvSpPr>
        <p:spPr>
          <a:xfrm>
            <a:off x="8511217" y="1149863"/>
            <a:ext cx="829756" cy="6312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23448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ACOMPANHAMENTO DE EMISSÃO DOCUMENTOS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IT-ADMLUFT-008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2/2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5E6DEE5-FF36-0372-F565-A9D5263C835C}"/>
              </a:ext>
            </a:extLst>
          </p:cNvPr>
          <p:cNvSpPr/>
          <p:nvPr/>
        </p:nvSpPr>
        <p:spPr>
          <a:xfrm>
            <a:off x="0" y="890546"/>
            <a:ext cx="12192000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AEB04F1-12D1-7132-5216-79111FD35C43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C50DBFB-5ABE-7EB2-F053-9DFAD2F90542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PLANILHA DE LIBERAÇÃO: 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879DFD3-E9DD-70A0-05A1-4BFB5B8C5555}"/>
              </a:ext>
            </a:extLst>
          </p:cNvPr>
          <p:cNvSpPr/>
          <p:nvPr/>
        </p:nvSpPr>
        <p:spPr>
          <a:xfrm>
            <a:off x="14141" y="4799908"/>
            <a:ext cx="12177859" cy="13828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 dirty="0"/>
          </a:p>
          <a:p>
            <a:pPr algn="ctr"/>
            <a:r>
              <a:rPr lang="pt-BR" sz="1400" dirty="0"/>
              <a:t>Na mesma pasta da agenda tem a planilha de Liberação fazer uma Aba para o dia </a:t>
            </a:r>
          </a:p>
          <a:p>
            <a:pPr algn="ctr"/>
            <a:r>
              <a:rPr lang="pt-BR" sz="1400" dirty="0"/>
              <a:t>1. Trazer informações SST + OCI + ORIGEM + DESTINO + Motorista+ DATA da coleta + Data da descarga</a:t>
            </a:r>
          </a:p>
          <a:p>
            <a:pPr algn="ctr"/>
            <a:r>
              <a:rPr lang="pt-BR" sz="1400" dirty="0"/>
              <a:t>2. Liberação da MDFE – colocar o numero 1 no horário que o motorista vai sair e enviar a MDFE (print para ele neste horário e pintar de amarelo que está ok)</a:t>
            </a:r>
          </a:p>
          <a:p>
            <a:pPr algn="ctr"/>
            <a:r>
              <a:rPr lang="pt-BR" sz="1400" dirty="0"/>
              <a:t>3. Encerramento de MDFE – colocar 1 no horário de encerramento e encerrar no horário combinado</a:t>
            </a:r>
          </a:p>
          <a:p>
            <a:pPr algn="ctr"/>
            <a:r>
              <a:rPr lang="pt-BR" sz="1400" dirty="0"/>
              <a:t>4. Depois colocar ok em encerrada MDFE e ok no comprovante quando receber o comprovante   IMPORTANTE: SE GUIAR COM OS HORÁRIOS TAMBÉM PELO FOLLOW-UP FEITO POSTO X CENTRAL X MOTORISTA</a:t>
            </a:r>
          </a:p>
          <a:p>
            <a:pPr algn="ctr"/>
            <a:endParaRPr lang="pt-BR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847A3F7A-2E83-EF7A-9750-52EDC3957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21" y="1472955"/>
            <a:ext cx="11591925" cy="313372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AFEE76B-5838-C5C4-C7E8-F0A1F6A06973}"/>
              </a:ext>
            </a:extLst>
          </p:cNvPr>
          <p:cNvSpPr/>
          <p:nvPr/>
        </p:nvSpPr>
        <p:spPr>
          <a:xfrm>
            <a:off x="569842" y="1828800"/>
            <a:ext cx="6019644" cy="1944914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0DC6CA55-54B6-9D1B-BA5E-6CB30368CA73}"/>
              </a:ext>
            </a:extLst>
          </p:cNvPr>
          <p:cNvSpPr/>
          <p:nvPr/>
        </p:nvSpPr>
        <p:spPr>
          <a:xfrm>
            <a:off x="3846286" y="1187355"/>
            <a:ext cx="754743" cy="67478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44E365E-883C-EE99-5143-8557D2F061E4}"/>
              </a:ext>
            </a:extLst>
          </p:cNvPr>
          <p:cNvSpPr/>
          <p:nvPr/>
        </p:nvSpPr>
        <p:spPr>
          <a:xfrm>
            <a:off x="6642865" y="1828800"/>
            <a:ext cx="1659306" cy="1944914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: para Baixo 13">
            <a:extLst>
              <a:ext uri="{FF2B5EF4-FFF2-40B4-BE49-F238E27FC236}">
                <a16:creationId xmlns:a16="http://schemas.microsoft.com/office/drawing/2014/main" id="{8E5E76EE-5C6F-15FF-DE93-5E66126EE06C}"/>
              </a:ext>
            </a:extLst>
          </p:cNvPr>
          <p:cNvSpPr/>
          <p:nvPr/>
        </p:nvSpPr>
        <p:spPr>
          <a:xfrm>
            <a:off x="7106823" y="910396"/>
            <a:ext cx="754743" cy="67478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5DB3A32-A539-7160-9546-BE69CDD707F9}"/>
              </a:ext>
            </a:extLst>
          </p:cNvPr>
          <p:cNvSpPr/>
          <p:nvPr/>
        </p:nvSpPr>
        <p:spPr>
          <a:xfrm>
            <a:off x="8355550" y="1828800"/>
            <a:ext cx="2153424" cy="1944914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Seta: para Baixo 18">
            <a:extLst>
              <a:ext uri="{FF2B5EF4-FFF2-40B4-BE49-F238E27FC236}">
                <a16:creationId xmlns:a16="http://schemas.microsoft.com/office/drawing/2014/main" id="{79139F28-4F40-BF08-91A4-6CB5238BAC9E}"/>
              </a:ext>
            </a:extLst>
          </p:cNvPr>
          <p:cNvSpPr/>
          <p:nvPr/>
        </p:nvSpPr>
        <p:spPr>
          <a:xfrm>
            <a:off x="9018421" y="904847"/>
            <a:ext cx="754743" cy="67478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5135EFF-7844-D27B-8336-75A05E95EF97}"/>
              </a:ext>
            </a:extLst>
          </p:cNvPr>
          <p:cNvSpPr/>
          <p:nvPr/>
        </p:nvSpPr>
        <p:spPr>
          <a:xfrm>
            <a:off x="10508974" y="1828800"/>
            <a:ext cx="1367872" cy="1944914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A53ED437-FABF-95C1-FC17-17A55B67A140}"/>
              </a:ext>
            </a:extLst>
          </p:cNvPr>
          <p:cNvSpPr/>
          <p:nvPr/>
        </p:nvSpPr>
        <p:spPr>
          <a:xfrm>
            <a:off x="10813145" y="884591"/>
            <a:ext cx="754743" cy="67478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436325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f17fce2-2bce-47d9-967a-ecfc96fbdd1f" xsi:nil="true"/>
    <lcf76f155ced4ddcb4097134ff3c332f xmlns="85de1a13-73a4-4b99-ac2b-bff0a0f3fab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FDB180FCD2F494186C557735057AF7F" ma:contentTypeVersion="14" ma:contentTypeDescription="Crie um novo documento." ma:contentTypeScope="" ma:versionID="61f9bbab5f3441a6131a45eadad2617d">
  <xsd:schema xmlns:xsd="http://www.w3.org/2001/XMLSchema" xmlns:xs="http://www.w3.org/2001/XMLSchema" xmlns:p="http://schemas.microsoft.com/office/2006/metadata/properties" xmlns:ns2="85de1a13-73a4-4b99-ac2b-bff0a0f3fab1" xmlns:ns3="3f17fce2-2bce-47d9-967a-ecfc96fbdd1f" targetNamespace="http://schemas.microsoft.com/office/2006/metadata/properties" ma:root="true" ma:fieldsID="985524f2bf1cb80cd1ec623e0679b044" ns2:_="" ns3:_="">
    <xsd:import namespace="85de1a13-73a4-4b99-ac2b-bff0a0f3fab1"/>
    <xsd:import namespace="3f17fce2-2bce-47d9-967a-ecfc96fbdd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de1a13-73a4-4b99-ac2b-bff0a0f3f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9730f6f2-2892-4af4-8f63-8ef6972b1a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17fce2-2bce-47d9-967a-ecfc96fbdd1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23cfd61-1b5f-4f26-94ba-aca482fc542e}" ma:internalName="TaxCatchAll" ma:showField="CatchAllData" ma:web="3f17fce2-2bce-47d9-967a-ecfc96fbdd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31CB98-73CF-47AD-A403-9E45AB137466}">
  <ds:schemaRefs>
    <ds:schemaRef ds:uri="http://schemas.microsoft.com/office/2006/metadata/properties"/>
    <ds:schemaRef ds:uri="http://schemas.microsoft.com/office/infopath/2007/PartnerControls"/>
    <ds:schemaRef ds:uri="3f17fce2-2bce-47d9-967a-ecfc96fbdd1f"/>
    <ds:schemaRef ds:uri="85de1a13-73a4-4b99-ac2b-bff0a0f3fab1"/>
  </ds:schemaRefs>
</ds:datastoreItem>
</file>

<file path=customXml/itemProps2.xml><?xml version="1.0" encoding="utf-8"?>
<ds:datastoreItem xmlns:ds="http://schemas.openxmlformats.org/officeDocument/2006/customXml" ds:itemID="{8D58208B-88D5-4602-980A-6F8325641EE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86FE11-DBE0-48C3-AEAD-58BCB86990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de1a13-73a4-4b99-ac2b-bff0a0f3fab1"/>
    <ds:schemaRef ds:uri="3f17fce2-2bce-47d9-967a-ecfc96fbdd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575</Words>
  <Application>Microsoft Office PowerPoint</Application>
  <PresentationFormat>Widescreen</PresentationFormat>
  <Paragraphs>122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Ti atoslog</dc:creator>
  <cp:lastModifiedBy>Cristiany Kelly Miranda da Costa Correa</cp:lastModifiedBy>
  <cp:revision>27</cp:revision>
  <dcterms:created xsi:type="dcterms:W3CDTF">2023-01-25T18:17:22Z</dcterms:created>
  <dcterms:modified xsi:type="dcterms:W3CDTF">2025-06-06T17:38:25Z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0x0101008FDB180FCD2F494186C557735057AF7F</vt:lpwstr>
  </property>
  <property fmtid="{D5CDD505-2E9C-101B-9397-08002B2CF9AE}" pid="3" name="Order">
    <vt:r8>69354200</vt:r8>
  </property>
  <property fmtid="{D5CDD505-2E9C-101B-9397-08002B2CF9AE}" pid="4" name="MediaServiceImageTags">
    <vt:lpwstr/>
  </property>
</Properties>
</file>