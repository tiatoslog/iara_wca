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3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y Kelly Miranda da Costa Correa" userId="3132fc47-1712-48bc-8364-dd56cd431e4c" providerId="ADAL" clId="{BF3BF867-839E-4346-A2AC-913764EA9513}"/>
    <pc:docChg chg="modSld">
      <pc:chgData name="Cristiany Kelly Miranda da Costa Correa" userId="3132fc47-1712-48bc-8364-dd56cd431e4c" providerId="ADAL" clId="{BF3BF867-839E-4346-A2AC-913764EA9513}" dt="2025-05-21T13:56:02.415" v="7" actId="20577"/>
      <pc:docMkLst>
        <pc:docMk/>
      </pc:docMkLst>
      <pc:sldChg chg="modSp mod">
        <pc:chgData name="Cristiany Kelly Miranda da Costa Correa" userId="3132fc47-1712-48bc-8364-dd56cd431e4c" providerId="ADAL" clId="{BF3BF867-839E-4346-A2AC-913764EA9513}" dt="2025-05-21T13:56:02.415" v="7" actId="20577"/>
        <pc:sldMkLst>
          <pc:docMk/>
          <pc:sldMk cId="1913275308" sldId="273"/>
        </pc:sldMkLst>
        <pc:spChg chg="mod">
          <ac:chgData name="Cristiany Kelly Miranda da Costa Correa" userId="3132fc47-1712-48bc-8364-dd56cd431e4c" providerId="ADAL" clId="{BF3BF867-839E-4346-A2AC-913764EA9513}" dt="2025-05-21T13:56:02.415" v="7" actId="20577"/>
          <ac:spMkLst>
            <pc:docMk/>
            <pc:sldMk cId="1913275308" sldId="273"/>
            <ac:spMk id="3" creationId="{C8F51A4C-883F-9E79-8A09-87AB15E873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0C5E5-B1A7-69E0-8ABB-41F38869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86D03-11E4-2D2B-DBAF-1368CDF5B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EAA39-F21C-F152-A547-F470C542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D52031-502E-17D6-B9DD-903FA592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52B719-17B3-B5CF-A152-7EC5CB7C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2BEAA-F46A-E99E-DEE7-AECE3372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82544-0978-F74C-4566-742B362F0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72623-9854-CA71-2C3D-AFC1378A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0CCB7A-4C16-F647-3FED-91C24DB4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8CD673-E67B-CD96-448D-4456C062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4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04F40-D48D-1323-C7B7-7733EB69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FDF976-54FD-0D46-8A00-B57E7F44F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94F2A-6610-6BAC-07DE-C81485EC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D09B9-ED24-1D69-82AF-9F4BC717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114733-10E5-0BBF-4B7C-01E3E101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84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8FF88-108C-841F-DAE9-C1ECAAE3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43AD6-2D1F-10FA-7E89-11F455D8F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985545-C370-49B6-00A1-423C7BC4C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F73872-574D-869E-E6A1-D94E2B9F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69FF45-69C8-4909-F7C3-E017DF0E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3B972F-39DE-974F-D8BB-64138FB8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83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B2377-CCB8-1352-7E78-1FA765AA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792C3B-4A75-D32F-5BFF-DA55574E8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41009A-12EA-BAAF-0C65-4397ED4E5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9EF207-0D92-94AE-873F-75BA30966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CCFB58-41F7-4FA5-C3B8-98B3AA456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6698B94-DD3B-7A76-B5DA-53A2420B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B13164-19C3-7F5E-3EC9-5A79CFDF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C83144-B60C-5F88-CF5D-EC8B79EF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84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3EAB0-880B-A623-1DE3-A4E2794A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60FC57-EDA9-668D-BF60-3580740D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D86B0A-64A6-97C1-9577-C2E21DC8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2ECAE0-28C3-2586-1BF8-142FFB41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ABB909-1490-4E22-F02C-324F4480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87DD46-2FD7-1C92-6579-9C0CAE49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DC1D49-4B77-7506-A1C1-35E06426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55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C8865-6365-712E-0AC7-FC46F2E7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2E9111-B2E8-AC50-E0F4-012E34FE9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14F71D-4389-5628-FE94-0AC58A518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5C5912-E308-B10D-B4F2-F5B214AB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AC50A-1F3E-620F-2A22-26F3EA5D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6558EA-C399-F9E6-1157-7F9E5DB0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90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8E97A-99A9-D561-5155-6CBA7C62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C6D5BF-0A93-D960-8704-3A5AA4BE2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6865F2-F812-8E03-2287-FD68814DD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7EE6C3-06B2-BD5D-9CD6-58F98E21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E16561-B9EB-90BC-52CF-57327798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1926D-AFA3-7A18-0486-49B78DC0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5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2AB80-F8BA-1C30-33FF-D1C5A19B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39070-AA63-7950-0326-11A1A2515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5D2864-7C1C-0E6A-3B48-A2DE2D6C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F8A3E9-E2B8-D1B2-38F1-F0EA7F51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2231D-8DDF-07A4-72E9-DD9C7A83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02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1F18B7-6879-DFB2-6D87-312A1DFB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CCE12E-1665-1297-CC3A-3C5A0929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8001AA-8764-76D6-EC49-69DDD34C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7FBC2F-4AAA-B878-5DCD-D6A9BADF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4D5330-A127-68F8-D458-D28D7415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10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4F2B321-53C5-AFD0-7336-5C05002A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1EB4C5-7968-485D-D83D-2ACFEC26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C81CA-A0D0-64CF-309B-DB73C886B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6335F9-F1FE-B0D6-82C0-0840225A9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F8F79-C472-3DB8-2FF6-B4CEA1AE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87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CONTRATO MANUAL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IT-ADMLUFT-009</a:t>
            </a:r>
            <a:endParaRPr lang="pt-BR" b="1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018123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EMISSÃO DE CONTRATO NO GW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116841E-0459-7ED7-2722-108CE96C1388}"/>
              </a:ext>
            </a:extLst>
          </p:cNvPr>
          <p:cNvSpPr/>
          <p:nvPr/>
        </p:nvSpPr>
        <p:spPr>
          <a:xfrm>
            <a:off x="10181231" y="900752"/>
            <a:ext cx="1996628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Lançamentos;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Contratos de frete</a:t>
            </a:r>
            <a:r>
              <a:rPr lang="pt-BR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9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9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9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9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0B1DF12-FAC3-BF2E-01EA-48AC81261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006" y="1227920"/>
            <a:ext cx="6144908" cy="4228325"/>
          </a:xfrm>
          <a:prstGeom prst="rect">
            <a:avLst/>
          </a:prstGeom>
        </p:spPr>
      </p:pic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AF018BB5-BE4A-CFA5-DAAD-CE4107B80785}"/>
              </a:ext>
            </a:extLst>
          </p:cNvPr>
          <p:cNvSpPr/>
          <p:nvPr/>
        </p:nvSpPr>
        <p:spPr>
          <a:xfrm>
            <a:off x="3617845" y="2164775"/>
            <a:ext cx="569842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333ABF20-BC9D-14D6-01B4-2C6C13711CE7}"/>
              </a:ext>
            </a:extLst>
          </p:cNvPr>
          <p:cNvSpPr/>
          <p:nvPr/>
        </p:nvSpPr>
        <p:spPr>
          <a:xfrm>
            <a:off x="3617845" y="4977807"/>
            <a:ext cx="569842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1327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483B8-69A5-BAB1-C69C-C09E73F21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9422B5B-21C2-287B-D7AF-55C00282E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B7DDFE3-9C87-431B-44A7-01D79479FA33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427EE8B-57F2-DD73-B9AB-7320DBA660E3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CONTRATO MANUAL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3309559-97CD-4534-788F-7A0B59292C37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IT-ADMLUFT-009</a:t>
            </a:r>
            <a:endParaRPr lang="pt-BR" b="1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DE4B895-05E1-811A-4D2D-CF92D298D94F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530949F-9DA7-87C2-E6A8-17A4B4AD229C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2/4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B2DE5ED-C4EF-BC37-5A08-4F7C5D143102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FA31026-1547-D635-9D92-B2C598599743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C0CAB1D-05B1-1495-25FC-30A48ABB935D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ACC6E3F-5BA6-EDC4-28FE-F8C17FD9A2B5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7AC364B-96C9-34C5-2847-1F282D998CBC}"/>
              </a:ext>
            </a:extLst>
          </p:cNvPr>
          <p:cNvSpPr/>
          <p:nvPr/>
        </p:nvSpPr>
        <p:spPr>
          <a:xfrm>
            <a:off x="-10086" y="890546"/>
            <a:ext cx="1018123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263E3E4-0663-E0F0-869A-58313A7CA129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45BDE5-38D4-A7E9-0C56-BFDAFAFF6368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EMISSÃO DE CONTRATO NO GW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CAC2A7A-D7C4-9D0B-6331-CCBFD98C3D4A}"/>
              </a:ext>
            </a:extLst>
          </p:cNvPr>
          <p:cNvSpPr/>
          <p:nvPr/>
        </p:nvSpPr>
        <p:spPr>
          <a:xfrm>
            <a:off x="10181231" y="900751"/>
            <a:ext cx="1996628" cy="5292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Novo contrato; 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</a:t>
            </a: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eleciona o percurso se houver;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5. </a:t>
            </a: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eleciona motorista.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9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pt-BR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807F3BBA-DE6B-94D6-5D17-72514BF81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0" y="1392739"/>
            <a:ext cx="3208854" cy="1441183"/>
          </a:xfrm>
          <a:prstGeom prst="rect">
            <a:avLst/>
          </a:prstGeom>
        </p:spPr>
      </p:pic>
      <p:sp>
        <p:nvSpPr>
          <p:cNvPr id="24" name="Seta: para Baixo 23">
            <a:extLst>
              <a:ext uri="{FF2B5EF4-FFF2-40B4-BE49-F238E27FC236}">
                <a16:creationId xmlns:a16="http://schemas.microsoft.com/office/drawing/2014/main" id="{BC76C6FE-E959-6BDE-8A28-8436943EFB70}"/>
              </a:ext>
            </a:extLst>
          </p:cNvPr>
          <p:cNvSpPr/>
          <p:nvPr/>
        </p:nvSpPr>
        <p:spPr>
          <a:xfrm>
            <a:off x="2672042" y="1481358"/>
            <a:ext cx="450574" cy="5640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42BE476-3C49-6B4C-CC43-0B2345718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100" y="1685383"/>
            <a:ext cx="6723242" cy="3942092"/>
          </a:xfrm>
          <a:prstGeom prst="rect">
            <a:avLst/>
          </a:prstGeom>
        </p:spPr>
      </p:pic>
      <p:sp>
        <p:nvSpPr>
          <p:cNvPr id="28" name="Seta: para a Esquerda 27">
            <a:extLst>
              <a:ext uri="{FF2B5EF4-FFF2-40B4-BE49-F238E27FC236}">
                <a16:creationId xmlns:a16="http://schemas.microsoft.com/office/drawing/2014/main" id="{3439C70B-4362-38E0-21FD-2F294C1CE880}"/>
              </a:ext>
            </a:extLst>
          </p:cNvPr>
          <p:cNvSpPr/>
          <p:nvPr/>
        </p:nvSpPr>
        <p:spPr>
          <a:xfrm>
            <a:off x="5398017" y="4187706"/>
            <a:ext cx="583095" cy="3713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B836FA75-8B1D-FF78-3604-8219FE4EF476}"/>
              </a:ext>
            </a:extLst>
          </p:cNvPr>
          <p:cNvSpPr/>
          <p:nvPr/>
        </p:nvSpPr>
        <p:spPr>
          <a:xfrm>
            <a:off x="5829897" y="2113330"/>
            <a:ext cx="583095" cy="3713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3232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0FA0A-E1CB-6ACA-841B-9FC61A65B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47F4C49C-D37C-1590-572B-60569523A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3E7347CC-1139-AF86-41B2-B4DB97842CE4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D74622A-AE65-9789-B3CC-2E50127691A0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CONTRATO MANUAL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27F4AD2-01BB-ECF9-48BD-237051CF93CD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IT-ADMLUFT-009</a:t>
            </a:r>
            <a:endParaRPr lang="pt-BR" b="1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4D7F3C4-FA88-F6A6-D198-ECFC80EDB750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05202CB-A91D-501F-D6DC-B7057B7BD3EB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3/4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85F756F-35AB-687B-DE44-9DD929532ECD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4B54657-B392-3414-22AD-A0E15E5C0923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ED178BE-9BDE-3CEB-BD50-2B715C26A09A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9F77CBC-6E33-8E37-7F92-89FADC48D85F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EA6B7AE-9D94-CD04-481A-FE9BE037A5E2}"/>
              </a:ext>
            </a:extLst>
          </p:cNvPr>
          <p:cNvSpPr/>
          <p:nvPr/>
        </p:nvSpPr>
        <p:spPr>
          <a:xfrm>
            <a:off x="-1" y="890546"/>
            <a:ext cx="10181231" cy="53174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B01BBD8-2D2C-6B45-54F6-B621C0448852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74B492A-C9B0-302E-3DC3-8E427A69B74A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EMISSÃO DE CONTRATO NO GW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666AC17-04FE-34E9-9993-BCF29C3E3583}"/>
              </a:ext>
            </a:extLst>
          </p:cNvPr>
          <p:cNvSpPr/>
          <p:nvPr/>
        </p:nvSpPr>
        <p:spPr>
          <a:xfrm>
            <a:off x="10181231" y="900752"/>
            <a:ext cx="1996628" cy="5307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6. valores de pagamento;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7. selecionar pedagio ida e volta;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8. seleciona o pedagio deixa carregar o valor.</a:t>
            </a: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E3309464-D140-AA06-F98E-5047A6497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1" y="1254077"/>
            <a:ext cx="6633679" cy="4300220"/>
          </a:xfrm>
          <a:prstGeom prst="rect">
            <a:avLst/>
          </a:prstGeom>
        </p:spPr>
      </p:pic>
      <p:sp>
        <p:nvSpPr>
          <p:cNvPr id="36" name="Seta: para a Esquerda 35">
            <a:extLst>
              <a:ext uri="{FF2B5EF4-FFF2-40B4-BE49-F238E27FC236}">
                <a16:creationId xmlns:a16="http://schemas.microsoft.com/office/drawing/2014/main" id="{13F5E137-FE00-9AFC-6731-5B6460EF4C56}"/>
              </a:ext>
            </a:extLst>
          </p:cNvPr>
          <p:cNvSpPr/>
          <p:nvPr/>
        </p:nvSpPr>
        <p:spPr>
          <a:xfrm>
            <a:off x="2332829" y="1254077"/>
            <a:ext cx="583095" cy="33934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sp>
        <p:nvSpPr>
          <p:cNvPr id="20" name="Seta: para a Esquerda 19">
            <a:extLst>
              <a:ext uri="{FF2B5EF4-FFF2-40B4-BE49-F238E27FC236}">
                <a16:creationId xmlns:a16="http://schemas.microsoft.com/office/drawing/2014/main" id="{D0E91FD5-BAE4-9FAE-73E1-A50C8127C414}"/>
              </a:ext>
            </a:extLst>
          </p:cNvPr>
          <p:cNvSpPr/>
          <p:nvPr/>
        </p:nvSpPr>
        <p:spPr>
          <a:xfrm>
            <a:off x="3604591" y="3089651"/>
            <a:ext cx="583095" cy="33934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  <p:sp>
        <p:nvSpPr>
          <p:cNvPr id="25" name="Seta: para a Esquerda 24">
            <a:extLst>
              <a:ext uri="{FF2B5EF4-FFF2-40B4-BE49-F238E27FC236}">
                <a16:creationId xmlns:a16="http://schemas.microsoft.com/office/drawing/2014/main" id="{AE434568-2B7E-C1EF-A781-6554E4F2BEF2}"/>
              </a:ext>
            </a:extLst>
          </p:cNvPr>
          <p:cNvSpPr/>
          <p:nvPr/>
        </p:nvSpPr>
        <p:spPr>
          <a:xfrm>
            <a:off x="1595066" y="3100561"/>
            <a:ext cx="583095" cy="33934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19117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2D089-2473-CEBB-2262-9B1153534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31C2BEBD-B47F-65B0-4789-21FAB4A6DC00}"/>
              </a:ext>
            </a:extLst>
          </p:cNvPr>
          <p:cNvSpPr/>
          <p:nvPr/>
        </p:nvSpPr>
        <p:spPr>
          <a:xfrm>
            <a:off x="14141" y="5245123"/>
            <a:ext cx="12177859" cy="937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pt-BR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contrato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gera sempre no automático, poré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 se for necessário geramos da forma descrita acima. 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E5D3046-C5BD-847A-72D5-4CB20F046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CC64179-5A69-7350-F139-C17DD31BAB3B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B61994C-B73A-7993-59A5-E2948C73198C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CONTRATO MANUAL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3E80639-0AE1-333E-AFEA-BEDD805258C1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/>
              <a:t>IT-ADMLUFT-009</a:t>
            </a:r>
            <a:endParaRPr lang="pt-BR" b="1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280E4DF-5291-A208-53AD-D5061A8E812C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3266AFE-7AA6-61C9-0E28-8D985F94DD51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4/4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D8ED5EF-0850-FD60-92ED-5AA341FEC55B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215CF18-6F0B-3EF0-A3B7-8293C2EC4F59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05EBC2C-1AD2-DE9F-1483-68CE9947E5D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469A1D4-B958-320C-48BF-BC962EB7B79C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B1181EC-17A8-3AD8-0702-EC76651F7AFD}"/>
              </a:ext>
            </a:extLst>
          </p:cNvPr>
          <p:cNvSpPr/>
          <p:nvPr/>
        </p:nvSpPr>
        <p:spPr>
          <a:xfrm>
            <a:off x="-1" y="890546"/>
            <a:ext cx="10181231" cy="43545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777E089-1EA2-9898-BD56-D8F9EBBA4404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2B2E70D-14D2-99E4-BE65-AFE84E28996D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EMISSÃO DE CONTRATO NO GW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EAD8069-0212-B1D4-4B6C-D97B3B8309AA}"/>
              </a:ext>
            </a:extLst>
          </p:cNvPr>
          <p:cNvSpPr/>
          <p:nvPr/>
        </p:nvSpPr>
        <p:spPr>
          <a:xfrm>
            <a:off x="10181231" y="900752"/>
            <a:ext cx="1996628" cy="4295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9. em dados bancários favorecido sempre proprietário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seleciona 1 motorista e depois proprietário para puxar os dados;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</a:t>
            </a: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em dados bancários favorecido sempre proprietário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seleciona 1 motorista e depois proprietário para puxar os dados;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11. data colocar data de pagamento toda sexta-feira próxima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12. </a:t>
            </a: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forma de pagamento não especificado;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13. </a:t>
            </a: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salvar</a:t>
            </a:r>
            <a:endParaRPr lang="pt-B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821ED5-9220-0B12-1ECD-6B8A25F19619}"/>
              </a:ext>
            </a:extLst>
          </p:cNvPr>
          <p:cNvSpPr/>
          <p:nvPr/>
        </p:nvSpPr>
        <p:spPr>
          <a:xfrm>
            <a:off x="14141" y="5268749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3FF9160-9270-42BB-7C81-3FABDE2ACEE7}"/>
              </a:ext>
            </a:extLst>
          </p:cNvPr>
          <p:cNvSpPr txBox="1"/>
          <p:nvPr/>
        </p:nvSpPr>
        <p:spPr>
          <a:xfrm>
            <a:off x="579928" y="519622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PARTICULARIDADES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71A162B5-A271-A1CD-A201-F7ED6FD07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8" y="1328626"/>
            <a:ext cx="7712109" cy="1541020"/>
          </a:xfrm>
          <a:prstGeom prst="rect">
            <a:avLst/>
          </a:prstGeom>
        </p:spPr>
      </p:pic>
      <p:sp>
        <p:nvSpPr>
          <p:cNvPr id="38" name="Seta: para a Esquerda 37">
            <a:extLst>
              <a:ext uri="{FF2B5EF4-FFF2-40B4-BE49-F238E27FC236}">
                <a16:creationId xmlns:a16="http://schemas.microsoft.com/office/drawing/2014/main" id="{343B9136-96FC-DC4E-01FC-7773061DA701}"/>
              </a:ext>
            </a:extLst>
          </p:cNvPr>
          <p:cNvSpPr/>
          <p:nvPr/>
        </p:nvSpPr>
        <p:spPr>
          <a:xfrm>
            <a:off x="5215401" y="1804726"/>
            <a:ext cx="583095" cy="33934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9</a:t>
            </a:r>
          </a:p>
        </p:txBody>
      </p:sp>
      <p:sp>
        <p:nvSpPr>
          <p:cNvPr id="29" name="Seta: para a Esquerda 28">
            <a:extLst>
              <a:ext uri="{FF2B5EF4-FFF2-40B4-BE49-F238E27FC236}">
                <a16:creationId xmlns:a16="http://schemas.microsoft.com/office/drawing/2014/main" id="{F928CB5F-2AB6-C208-B7F6-14209415A619}"/>
              </a:ext>
            </a:extLst>
          </p:cNvPr>
          <p:cNvSpPr/>
          <p:nvPr/>
        </p:nvSpPr>
        <p:spPr>
          <a:xfrm>
            <a:off x="4378311" y="2047732"/>
            <a:ext cx="583095" cy="3393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7B89A461-6715-6DB8-8561-736B306E3A58}"/>
              </a:ext>
            </a:extLst>
          </p:cNvPr>
          <p:cNvSpPr/>
          <p:nvPr/>
        </p:nvSpPr>
        <p:spPr>
          <a:xfrm>
            <a:off x="628507" y="2069857"/>
            <a:ext cx="711843" cy="5410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11</a:t>
            </a:r>
          </a:p>
        </p:txBody>
      </p:sp>
      <p:sp>
        <p:nvSpPr>
          <p:cNvPr id="34" name="Seta: para Cima 33">
            <a:extLst>
              <a:ext uri="{FF2B5EF4-FFF2-40B4-BE49-F238E27FC236}">
                <a16:creationId xmlns:a16="http://schemas.microsoft.com/office/drawing/2014/main" id="{A7EA8BDB-BDF3-D580-FC8B-A74F76D61672}"/>
              </a:ext>
            </a:extLst>
          </p:cNvPr>
          <p:cNvSpPr/>
          <p:nvPr/>
        </p:nvSpPr>
        <p:spPr>
          <a:xfrm>
            <a:off x="2006772" y="2407738"/>
            <a:ext cx="852558" cy="54106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12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26F51F94-956C-00E2-A660-5919A09CA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3178968"/>
            <a:ext cx="6477000" cy="1628775"/>
          </a:xfrm>
          <a:prstGeom prst="rect">
            <a:avLst/>
          </a:prstGeom>
        </p:spPr>
      </p:pic>
      <p:sp>
        <p:nvSpPr>
          <p:cNvPr id="43" name="Seta: para a Direita 42">
            <a:extLst>
              <a:ext uri="{FF2B5EF4-FFF2-40B4-BE49-F238E27FC236}">
                <a16:creationId xmlns:a16="http://schemas.microsoft.com/office/drawing/2014/main" id="{3785E9EA-5F64-CC84-BB5A-EF24452B6E2B}"/>
              </a:ext>
            </a:extLst>
          </p:cNvPr>
          <p:cNvSpPr/>
          <p:nvPr/>
        </p:nvSpPr>
        <p:spPr>
          <a:xfrm>
            <a:off x="4961406" y="4328153"/>
            <a:ext cx="837090" cy="646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758464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17fce2-2bce-47d9-967a-ecfc96fbdd1f" xsi:nil="true"/>
    <lcf76f155ced4ddcb4097134ff3c332f xmlns="85de1a13-73a4-4b99-ac2b-bff0a0f3fab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DB180FCD2F494186C557735057AF7F" ma:contentTypeVersion="14" ma:contentTypeDescription="Crie um novo documento." ma:contentTypeScope="" ma:versionID="61f9bbab5f3441a6131a45eadad2617d">
  <xsd:schema xmlns:xsd="http://www.w3.org/2001/XMLSchema" xmlns:xs="http://www.w3.org/2001/XMLSchema" xmlns:p="http://schemas.microsoft.com/office/2006/metadata/properties" xmlns:ns2="85de1a13-73a4-4b99-ac2b-bff0a0f3fab1" xmlns:ns3="3f17fce2-2bce-47d9-967a-ecfc96fbdd1f" targetNamespace="http://schemas.microsoft.com/office/2006/metadata/properties" ma:root="true" ma:fieldsID="985524f2bf1cb80cd1ec623e0679b044" ns2:_="" ns3:_="">
    <xsd:import namespace="85de1a13-73a4-4b99-ac2b-bff0a0f3fab1"/>
    <xsd:import namespace="3f17fce2-2bce-47d9-967a-ecfc96fbdd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1a13-73a4-4b99-ac2b-bff0a0f3f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9730f6f2-2892-4af4-8f63-8ef6972b1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7fce2-2bce-47d9-967a-ecfc96fbdd1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3cfd61-1b5f-4f26-94ba-aca482fc542e}" ma:internalName="TaxCatchAll" ma:showField="CatchAllData" ma:web="3f17fce2-2bce-47d9-967a-ecfc96fbdd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58208B-88D5-4602-980A-6F8325641E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C54572-EB44-4555-8FA1-DF7C211F517A}">
  <ds:schemaRefs>
    <ds:schemaRef ds:uri="http://schemas.microsoft.com/office/2006/metadata/properties"/>
    <ds:schemaRef ds:uri="http://schemas.microsoft.com/office/infopath/2007/PartnerControls"/>
    <ds:schemaRef ds:uri="3f17fce2-2bce-47d9-967a-ecfc96fbdd1f"/>
    <ds:schemaRef ds:uri="85de1a13-73a4-4b99-ac2b-bff0a0f3fab1"/>
  </ds:schemaRefs>
</ds:datastoreItem>
</file>

<file path=customXml/itemProps3.xml><?xml version="1.0" encoding="utf-8"?>
<ds:datastoreItem xmlns:ds="http://schemas.openxmlformats.org/officeDocument/2006/customXml" ds:itemID="{A5C4FBDD-5FF2-43BF-9C22-487204293C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de1a13-73a4-4b99-ac2b-bff0a0f3fab1"/>
    <ds:schemaRef ds:uri="3f17fce2-2bce-47d9-967a-ecfc96fbdd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290</Words>
  <Application>Microsoft Office PowerPoint</Application>
  <PresentationFormat>Widescreen</PresentationFormat>
  <Paragraphs>82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 atoslog</dc:creator>
  <cp:lastModifiedBy>Cristiany Kelly Miranda da Costa Correa</cp:lastModifiedBy>
  <cp:revision>16</cp:revision>
  <dcterms:created xsi:type="dcterms:W3CDTF">2023-01-25T18:17:22Z</dcterms:created>
  <dcterms:modified xsi:type="dcterms:W3CDTF">2025-06-06T17:54:47Z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0x0101008FDB180FCD2F494186C557735057AF7F</vt:lpwstr>
  </property>
  <property fmtid="{D5CDD505-2E9C-101B-9397-08002B2CF9AE}" pid="3" name="Order">
    <vt:r8>69354400</vt:r8>
  </property>
  <property fmtid="{D5CDD505-2E9C-101B-9397-08002B2CF9AE}" pid="4" name="MediaServiceImageTags">
    <vt:lpwstr/>
  </property>
</Properties>
</file>