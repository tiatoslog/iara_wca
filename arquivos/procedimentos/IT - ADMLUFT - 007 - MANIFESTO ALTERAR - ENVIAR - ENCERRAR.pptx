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78" r:id="rId6"/>
    <p:sldId id="280" r:id="rId7"/>
    <p:sldId id="279" r:id="rId8"/>
    <p:sldId id="281" r:id="rId9"/>
    <p:sldId id="282" r:id="rId10"/>
    <p:sldId id="277" r:id="rId11"/>
    <p:sldId id="275" r:id="rId12"/>
    <p:sldId id="283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5271A-B93B-40E0-A886-72D213C3B988}" v="2" dt="2025-05-20T19:19:22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5175271A-B93B-40E0-A886-72D213C3B988}"/>
    <pc:docChg chg="undo custSel modSld">
      <pc:chgData name="Cristiany Kelly Miranda da Costa Correa" userId="3132fc47-1712-48bc-8364-dd56cd431e4c" providerId="ADAL" clId="{5175271A-B93B-40E0-A886-72D213C3B988}" dt="2025-05-20T19:21:35.417" v="315" actId="20577"/>
      <pc:docMkLst>
        <pc:docMk/>
      </pc:docMkLst>
      <pc:sldChg chg="addSp delSp modSp mod">
        <pc:chgData name="Cristiany Kelly Miranda da Costa Correa" userId="3132fc47-1712-48bc-8364-dd56cd431e4c" providerId="ADAL" clId="{5175271A-B93B-40E0-A886-72D213C3B988}" dt="2025-05-20T19:21:22.944" v="311" actId="20577"/>
        <pc:sldMkLst>
          <pc:docMk/>
          <pc:sldMk cId="3043632590" sldId="272"/>
        </pc:sldMkLst>
        <pc:spChg chg="add mod">
          <ac:chgData name="Cristiany Kelly Miranda da Costa Correa" userId="3132fc47-1712-48bc-8364-dd56cd431e4c" providerId="ADAL" clId="{5175271A-B93B-40E0-A886-72D213C3B988}" dt="2025-05-20T19:14:48.103" v="141" actId="20577"/>
          <ac:spMkLst>
            <pc:docMk/>
            <pc:sldMk cId="3043632590" sldId="272"/>
            <ac:spMk id="3" creationId="{7BBAD699-A36D-CB87-14F5-82F327FDC52F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0.151" v="310" actId="20577"/>
          <ac:spMkLst>
            <pc:docMk/>
            <pc:sldMk cId="3043632590" sldId="272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2.944" v="311" actId="20577"/>
          <ac:spMkLst>
            <pc:docMk/>
            <pc:sldMk cId="3043632590" sldId="272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5175271A-B93B-40E0-A886-72D213C3B988}" dt="2025-05-20T19:15:37.268" v="192" actId="20577"/>
          <ac:spMkLst>
            <pc:docMk/>
            <pc:sldMk cId="3043632590" sldId="272"/>
            <ac:spMk id="20" creationId="{A879DFD3-E9DD-70A0-05A1-4BFB5B8C5555}"/>
          </ac:spMkLst>
        </pc:spChg>
        <pc:spChg chg="mod">
          <ac:chgData name="Cristiany Kelly Miranda da Costa Correa" userId="3132fc47-1712-48bc-8364-dd56cd431e4c" providerId="ADAL" clId="{5175271A-B93B-40E0-A886-72D213C3B988}" dt="2025-05-20T19:13:43.800" v="126" actId="14100"/>
          <ac:spMkLst>
            <pc:docMk/>
            <pc:sldMk cId="3043632590" sldId="272"/>
            <ac:spMk id="26" creationId="{20028C55-BBCA-8D75-B480-D81DC150F776}"/>
          </ac:spMkLst>
        </pc:spChg>
        <pc:spChg chg="mod">
          <ac:chgData name="Cristiany Kelly Miranda da Costa Correa" userId="3132fc47-1712-48bc-8364-dd56cd431e4c" providerId="ADAL" clId="{5175271A-B93B-40E0-A886-72D213C3B988}" dt="2025-05-20T19:14:55.332" v="143" actId="20577"/>
          <ac:spMkLst>
            <pc:docMk/>
            <pc:sldMk cId="3043632590" sldId="272"/>
            <ac:spMk id="29" creationId="{33A7B024-C646-B6B2-96D4-E9B73F651E12}"/>
          </ac:spMkLst>
        </pc:spChg>
        <pc:spChg chg="mod">
          <ac:chgData name="Cristiany Kelly Miranda da Costa Correa" userId="3132fc47-1712-48bc-8364-dd56cd431e4c" providerId="ADAL" clId="{5175271A-B93B-40E0-A886-72D213C3B988}" dt="2025-05-20T19:15:02.982" v="145" actId="20577"/>
          <ac:spMkLst>
            <pc:docMk/>
            <pc:sldMk cId="3043632590" sldId="272"/>
            <ac:spMk id="30" creationId="{4AD50B42-BC6F-0064-63FA-E166622728B1}"/>
          </ac:spMkLst>
        </pc:spChg>
        <pc:spChg chg="mod">
          <ac:chgData name="Cristiany Kelly Miranda da Costa Correa" userId="3132fc47-1712-48bc-8364-dd56cd431e4c" providerId="ADAL" clId="{5175271A-B93B-40E0-A886-72D213C3B988}" dt="2025-05-20T19:15:45.049" v="194" actId="20577"/>
          <ac:spMkLst>
            <pc:docMk/>
            <pc:sldMk cId="3043632590" sldId="272"/>
            <ac:spMk id="33" creationId="{0BE5E6BB-1768-B159-F182-2FAEA74CAB13}"/>
          </ac:spMkLst>
        </pc:spChg>
        <pc:picChg chg="mod">
          <ac:chgData name="Cristiany Kelly Miranda da Costa Correa" userId="3132fc47-1712-48bc-8364-dd56cd431e4c" providerId="ADAL" clId="{5175271A-B93B-40E0-A886-72D213C3B988}" dt="2025-05-20T19:13:32.820" v="122" actId="1076"/>
          <ac:picMkLst>
            <pc:docMk/>
            <pc:sldMk cId="3043632590" sldId="272"/>
            <ac:picMk id="4" creationId="{C657B097-0AB3-A945-0707-1F77E3905B1A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3:23.534" v="117" actId="478"/>
          <ac:picMkLst>
            <pc:docMk/>
            <pc:sldMk cId="3043632590" sldId="272"/>
            <ac:picMk id="35" creationId="{417B9BFA-5205-06C5-9679-F4DBD3A27941}"/>
          </ac:picMkLst>
        </pc:picChg>
      </pc:sldChg>
      <pc:sldChg chg="addSp delSp modSp mod">
        <pc:chgData name="Cristiany Kelly Miranda da Costa Correa" userId="3132fc47-1712-48bc-8364-dd56cd431e4c" providerId="ADAL" clId="{5175271A-B93B-40E0-A886-72D213C3B988}" dt="2025-05-20T19:21:35.417" v="315" actId="20577"/>
        <pc:sldMkLst>
          <pc:docMk/>
          <pc:sldMk cId="2765145948" sldId="275"/>
        </pc:sldMkLst>
        <pc:spChg chg="ord">
          <ac:chgData name="Cristiany Kelly Miranda da Costa Correa" userId="3132fc47-1712-48bc-8364-dd56cd431e4c" providerId="ADAL" clId="{5175271A-B93B-40E0-A886-72D213C3B988}" dt="2025-05-20T19:20:34.211" v="288" actId="167"/>
          <ac:spMkLst>
            <pc:docMk/>
            <pc:sldMk cId="2765145948" sldId="275"/>
            <ac:spMk id="2" creationId="{15E6DEE5-FF36-0372-F565-A9D5263C835C}"/>
          </ac:spMkLst>
        </pc:spChg>
        <pc:spChg chg="mod">
          <ac:chgData name="Cristiany Kelly Miranda da Costa Correa" userId="3132fc47-1712-48bc-8364-dd56cd431e4c" providerId="ADAL" clId="{5175271A-B93B-40E0-A886-72D213C3B988}" dt="2025-05-20T19:21:01.155" v="309" actId="20577"/>
          <ac:spMkLst>
            <pc:docMk/>
            <pc:sldMk cId="2765145948" sldId="275"/>
            <ac:spMk id="3" creationId="{29E8B7AA-D354-C3B1-F013-7E9A9BD5EAE2}"/>
          </ac:spMkLst>
        </pc:spChg>
        <pc:spChg chg="mod">
          <ac:chgData name="Cristiany Kelly Miranda da Costa Correa" userId="3132fc47-1712-48bc-8364-dd56cd431e4c" providerId="ADAL" clId="{5175271A-B93B-40E0-A886-72D213C3B988}" dt="2025-05-20T19:21:33.311" v="314" actId="20577"/>
          <ac:spMkLst>
            <pc:docMk/>
            <pc:sldMk cId="2765145948" sldId="275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5175271A-B93B-40E0-A886-72D213C3B988}" dt="2025-05-20T19:21:35.417" v="315" actId="20577"/>
          <ac:spMkLst>
            <pc:docMk/>
            <pc:sldMk cId="2765145948" sldId="275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5175271A-B93B-40E0-A886-72D213C3B988}" dt="2025-05-20T19:20:39.204" v="289" actId="1076"/>
          <ac:spMkLst>
            <pc:docMk/>
            <pc:sldMk cId="2765145948" sldId="275"/>
            <ac:spMk id="19" creationId="{2FEE79EF-4961-D601-0412-E42222A3E819}"/>
          </ac:spMkLst>
        </pc:spChg>
        <pc:spChg chg="mod">
          <ac:chgData name="Cristiany Kelly Miranda da Costa Correa" userId="3132fc47-1712-48bc-8364-dd56cd431e4c" providerId="ADAL" clId="{5175271A-B93B-40E0-A886-72D213C3B988}" dt="2025-05-20T19:20:45.446" v="290" actId="1076"/>
          <ac:spMkLst>
            <pc:docMk/>
            <pc:sldMk cId="2765145948" sldId="275"/>
            <ac:spMk id="20" creationId="{C64D0D5F-9F40-2CD3-A2E9-8620E058B23A}"/>
          </ac:spMkLst>
        </pc:spChg>
        <pc:spChg chg="del">
          <ac:chgData name="Cristiany Kelly Miranda da Costa Correa" userId="3132fc47-1712-48bc-8364-dd56cd431e4c" providerId="ADAL" clId="{5175271A-B93B-40E0-A886-72D213C3B988}" dt="2025-05-20T19:18:57.277" v="271" actId="478"/>
          <ac:spMkLst>
            <pc:docMk/>
            <pc:sldMk cId="2765145948" sldId="275"/>
            <ac:spMk id="26" creationId="{02FA0951-96A1-1AF4-89F8-ADD9E5B34442}"/>
          </ac:spMkLst>
        </pc:spChg>
        <pc:spChg chg="mod">
          <ac:chgData name="Cristiany Kelly Miranda da Costa Correa" userId="3132fc47-1712-48bc-8364-dd56cd431e4c" providerId="ADAL" clId="{5175271A-B93B-40E0-A886-72D213C3B988}" dt="2025-05-20T19:20:49.928" v="291" actId="1076"/>
          <ac:spMkLst>
            <pc:docMk/>
            <pc:sldMk cId="2765145948" sldId="275"/>
            <ac:spMk id="27" creationId="{E7B94C73-A5AF-2468-A7A4-15E232C09E15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9:39.431" v="279" actId="20577"/>
          <ac:spMkLst>
            <pc:docMk/>
            <pc:sldMk cId="2765145948" sldId="275"/>
            <ac:spMk id="28" creationId="{D6748F1C-263E-79EF-EAAE-2458A5B844D2}"/>
          </ac:spMkLst>
        </pc:spChg>
        <pc:picChg chg="add mod">
          <ac:chgData name="Cristiany Kelly Miranda da Costa Correa" userId="3132fc47-1712-48bc-8364-dd56cd431e4c" providerId="ADAL" clId="{5175271A-B93B-40E0-A886-72D213C3B988}" dt="2025-05-20T19:19:28.933" v="276" actId="14100"/>
          <ac:picMkLst>
            <pc:docMk/>
            <pc:sldMk cId="2765145948" sldId="275"/>
            <ac:picMk id="5" creationId="{DE9EE04D-75D6-209F-82F8-5E86134295B1}"/>
          </ac:picMkLst>
        </pc:picChg>
        <pc:picChg chg="del">
          <ac:chgData name="Cristiany Kelly Miranda da Costa Correa" userId="3132fc47-1712-48bc-8364-dd56cd431e4c" providerId="ADAL" clId="{5175271A-B93B-40E0-A886-72D213C3B988}" dt="2025-05-20T19:20:20.052" v="281" actId="478"/>
          <ac:picMkLst>
            <pc:docMk/>
            <pc:sldMk cId="2765145948" sldId="275"/>
            <ac:picMk id="18" creationId="{80615693-4A1A-FA97-0B01-DD8BA40F8E0C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8:56.396" v="270" actId="478"/>
          <ac:picMkLst>
            <pc:docMk/>
            <pc:sldMk cId="2765145948" sldId="275"/>
            <ac:picMk id="25" creationId="{42029F23-C2F1-53DB-B570-593C9E7DF26A}"/>
          </ac:picMkLst>
        </pc:picChg>
        <pc:picChg chg="add mod ord">
          <ac:chgData name="Cristiany Kelly Miranda da Costa Correa" userId="3132fc47-1712-48bc-8364-dd56cd431e4c" providerId="ADAL" clId="{5175271A-B93B-40E0-A886-72D213C3B988}" dt="2025-05-20T19:20:30.881" v="287" actId="167"/>
          <ac:picMkLst>
            <pc:docMk/>
            <pc:sldMk cId="2765145948" sldId="275"/>
            <ac:picMk id="30" creationId="{A9312583-B2C6-D33A-2FED-141F9BB48996}"/>
          </ac:picMkLst>
        </pc:picChg>
      </pc:sldChg>
      <pc:sldChg chg="addSp delSp modSp mod">
        <pc:chgData name="Cristiany Kelly Miranda da Costa Correa" userId="3132fc47-1712-48bc-8364-dd56cd431e4c" providerId="ADAL" clId="{5175271A-B93B-40E0-A886-72D213C3B988}" dt="2025-05-20T19:21:29.715" v="313" actId="20577"/>
        <pc:sldMkLst>
          <pc:docMk/>
          <pc:sldMk cId="3908394730" sldId="277"/>
        </pc:sldMkLst>
        <pc:spChg chg="del">
          <ac:chgData name="Cristiany Kelly Miranda da Costa Correa" userId="3132fc47-1712-48bc-8364-dd56cd431e4c" providerId="ADAL" clId="{5175271A-B93B-40E0-A886-72D213C3B988}" dt="2025-05-20T19:16:17.610" v="204" actId="478"/>
          <ac:spMkLst>
            <pc:docMk/>
            <pc:sldMk cId="3908394730" sldId="277"/>
            <ac:spMk id="2" creationId="{15E6DEE5-FF36-0372-F565-A9D5263C835C}"/>
          </ac:spMkLst>
        </pc:spChg>
        <pc:spChg chg="mod">
          <ac:chgData name="Cristiany Kelly Miranda da Costa Correa" userId="3132fc47-1712-48bc-8364-dd56cd431e4c" providerId="ADAL" clId="{5175271A-B93B-40E0-A886-72D213C3B988}" dt="2025-05-20T19:18:14.597" v="259" actId="20577"/>
          <ac:spMkLst>
            <pc:docMk/>
            <pc:sldMk cId="3908394730" sldId="277"/>
            <ac:spMk id="3" creationId="{8D1095C6-7478-F9BA-6A5F-4A94CFCA2DD6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6.925" v="312" actId="20577"/>
          <ac:spMkLst>
            <pc:docMk/>
            <pc:sldMk cId="3908394730" sldId="277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9.715" v="313" actId="20577"/>
          <ac:spMkLst>
            <pc:docMk/>
            <pc:sldMk cId="3908394730" sldId="277"/>
            <ac:spMk id="12" creationId="{874C29AD-5234-9049-CC86-852635AC1BB0}"/>
          </ac:spMkLst>
        </pc:spChg>
        <pc:spChg chg="del">
          <ac:chgData name="Cristiany Kelly Miranda da Costa Correa" userId="3132fc47-1712-48bc-8364-dd56cd431e4c" providerId="ADAL" clId="{5175271A-B93B-40E0-A886-72D213C3B988}" dt="2025-05-20T19:16:19.716" v="205" actId="478"/>
          <ac:spMkLst>
            <pc:docMk/>
            <pc:sldMk cId="3908394730" sldId="277"/>
            <ac:spMk id="20" creationId="{3AB767EA-5752-5C84-B565-4FB011D67BE2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8:27.530" v="262" actId="20577"/>
          <ac:spMkLst>
            <pc:docMk/>
            <pc:sldMk cId="3908394730" sldId="277"/>
            <ac:spMk id="22" creationId="{C2D84C07-746D-A7B7-DD31-E85AA9F03D95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8:37.120" v="265" actId="20577"/>
          <ac:spMkLst>
            <pc:docMk/>
            <pc:sldMk cId="3908394730" sldId="277"/>
            <ac:spMk id="24" creationId="{F0E35632-FB43-26BF-0EA0-0AC6A7CD3D6F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8:43.740" v="269" actId="20577"/>
          <ac:spMkLst>
            <pc:docMk/>
            <pc:sldMk cId="3908394730" sldId="277"/>
            <ac:spMk id="25" creationId="{02ED6A4D-10E6-F004-337E-260E2341AC79}"/>
          </ac:spMkLst>
        </pc:spChg>
        <pc:spChg chg="del">
          <ac:chgData name="Cristiany Kelly Miranda da Costa Correa" userId="3132fc47-1712-48bc-8364-dd56cd431e4c" providerId="ADAL" clId="{5175271A-B93B-40E0-A886-72D213C3B988}" dt="2025-05-20T19:16:03.674" v="195" actId="478"/>
          <ac:spMkLst>
            <pc:docMk/>
            <pc:sldMk cId="3908394730" sldId="277"/>
            <ac:spMk id="26" creationId="{69748BEA-B85C-260F-DF5D-FA5EFB8FA7D3}"/>
          </ac:spMkLst>
        </pc:spChg>
        <pc:spChg chg="del">
          <ac:chgData name="Cristiany Kelly Miranda da Costa Correa" userId="3132fc47-1712-48bc-8364-dd56cd431e4c" providerId="ADAL" clId="{5175271A-B93B-40E0-A886-72D213C3B988}" dt="2025-05-20T19:16:06.428" v="198" actId="478"/>
          <ac:spMkLst>
            <pc:docMk/>
            <pc:sldMk cId="3908394730" sldId="277"/>
            <ac:spMk id="32" creationId="{D1AE6A2D-5A76-021A-2E9D-EF1D43AB0171}"/>
          </ac:spMkLst>
        </pc:spChg>
        <pc:spChg chg="del">
          <ac:chgData name="Cristiany Kelly Miranda da Costa Correa" userId="3132fc47-1712-48bc-8364-dd56cd431e4c" providerId="ADAL" clId="{5175271A-B93B-40E0-A886-72D213C3B988}" dt="2025-05-20T19:16:07.283" v="199" actId="478"/>
          <ac:spMkLst>
            <pc:docMk/>
            <pc:sldMk cId="3908394730" sldId="277"/>
            <ac:spMk id="34" creationId="{BD22C50C-0B46-65CD-B37E-AA0C6A10887A}"/>
          </ac:spMkLst>
        </pc:spChg>
        <pc:spChg chg="del">
          <ac:chgData name="Cristiany Kelly Miranda da Costa Correa" userId="3132fc47-1712-48bc-8364-dd56cd431e4c" providerId="ADAL" clId="{5175271A-B93B-40E0-A886-72D213C3B988}" dt="2025-05-20T19:16:17.425" v="203" actId="478"/>
          <ac:spMkLst>
            <pc:docMk/>
            <pc:sldMk cId="3908394730" sldId="277"/>
            <ac:spMk id="37" creationId="{D9A9EF06-D291-41E1-8DC6-D154C9BB2DD0}"/>
          </ac:spMkLst>
        </pc:spChg>
        <pc:spChg chg="mod">
          <ac:chgData name="Cristiany Kelly Miranda da Costa Correa" userId="3132fc47-1712-48bc-8364-dd56cd431e4c" providerId="ADAL" clId="{5175271A-B93B-40E0-A886-72D213C3B988}" dt="2025-05-20T19:19:14.952" v="272" actId="1076"/>
          <ac:spMkLst>
            <pc:docMk/>
            <pc:sldMk cId="3908394730" sldId="277"/>
            <ac:spMk id="38" creationId="{06DCEC95-9CC3-3E5A-24AD-FA40389A2C44}"/>
          </ac:spMkLst>
        </pc:spChg>
        <pc:picChg chg="del">
          <ac:chgData name="Cristiany Kelly Miranda da Costa Correa" userId="3132fc47-1712-48bc-8364-dd56cd431e4c" providerId="ADAL" clId="{5175271A-B93B-40E0-A886-72D213C3B988}" dt="2025-05-20T19:16:21.923" v="206" actId="478"/>
          <ac:picMkLst>
            <pc:docMk/>
            <pc:sldMk cId="3908394730" sldId="277"/>
            <ac:picMk id="5" creationId="{D3DA5C2D-524C-2968-4FB2-269A99A97F47}"/>
          </ac:picMkLst>
        </pc:picChg>
        <pc:picChg chg="add mod">
          <ac:chgData name="Cristiany Kelly Miranda da Costa Correa" userId="3132fc47-1712-48bc-8364-dd56cd431e4c" providerId="ADAL" clId="{5175271A-B93B-40E0-A886-72D213C3B988}" dt="2025-05-20T19:17:48.605" v="231" actId="1076"/>
          <ac:picMkLst>
            <pc:docMk/>
            <pc:sldMk cId="3908394730" sldId="277"/>
            <ac:picMk id="21" creationId="{E19E97E8-0721-D3C8-4D3F-A44D3E40A7C0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6:04.561" v="196" actId="478"/>
          <ac:picMkLst>
            <pc:docMk/>
            <pc:sldMk cId="3908394730" sldId="277"/>
            <ac:picMk id="28" creationId="{EE9BAEF7-B9F6-3D22-BD78-F23B652645BB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6:05.209" v="197" actId="478"/>
          <ac:picMkLst>
            <pc:docMk/>
            <pc:sldMk cId="3908394730" sldId="277"/>
            <ac:picMk id="31" creationId="{37A88971-9E8B-508E-A141-D510DB67A2B1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6:08.017" v="200" actId="478"/>
          <ac:picMkLst>
            <pc:docMk/>
            <pc:sldMk cId="3908394730" sldId="277"/>
            <ac:picMk id="33" creationId="{B58C5A96-E212-1E35-2137-7957681FA080}"/>
          </ac:picMkLst>
        </pc:picChg>
        <pc:picChg chg="mod">
          <ac:chgData name="Cristiany Kelly Miranda da Costa Correa" userId="3132fc47-1712-48bc-8364-dd56cd431e4c" providerId="ADAL" clId="{5175271A-B93B-40E0-A886-72D213C3B988}" dt="2025-05-20T19:16:10.809" v="201" actId="1076"/>
          <ac:picMkLst>
            <pc:docMk/>
            <pc:sldMk cId="3908394730" sldId="277"/>
            <ac:picMk id="36" creationId="{B9477DDA-72D8-D928-AD39-B0E48C1B5B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ALTERAR MANIFESTO: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06B6538-4FED-611F-D86A-CB579C15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149" y="912748"/>
            <a:ext cx="3607759" cy="5289904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3D4730D7-A28E-4AE6-5452-D9BDFBC7270B}"/>
              </a:ext>
            </a:extLst>
          </p:cNvPr>
          <p:cNvSpPr/>
          <p:nvPr/>
        </p:nvSpPr>
        <p:spPr>
          <a:xfrm>
            <a:off x="3500266" y="1542553"/>
            <a:ext cx="616225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74D1802A-2C44-735B-6748-6DAA554DB114}"/>
              </a:ext>
            </a:extLst>
          </p:cNvPr>
          <p:cNvSpPr/>
          <p:nvPr/>
        </p:nvSpPr>
        <p:spPr>
          <a:xfrm>
            <a:off x="3678586" y="3624138"/>
            <a:ext cx="728466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879DFD3-E9DD-70A0-05A1-4BFB5B8C5555}"/>
              </a:ext>
            </a:extLst>
          </p:cNvPr>
          <p:cNvSpPr/>
          <p:nvPr/>
        </p:nvSpPr>
        <p:spPr>
          <a:xfrm>
            <a:off x="10091086" y="890546"/>
            <a:ext cx="210091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pt-BR" dirty="0"/>
              <a:t>Lançamentos;</a:t>
            </a:r>
          </a:p>
          <a:p>
            <a:pPr marL="342900" indent="-342900">
              <a:buAutoNum type="arabicPeriod"/>
            </a:pPr>
            <a:r>
              <a:rPr lang="pt-BR" dirty="0"/>
              <a:t>Manifestos;</a:t>
            </a:r>
          </a:p>
          <a:p>
            <a:pPr marL="342900" indent="-342900" algn="ctr">
              <a:buAutoNum type="arabicPeriod"/>
            </a:pPr>
            <a:endParaRPr lang="pt-BR" dirty="0"/>
          </a:p>
          <a:p>
            <a:pPr algn="ctr"/>
            <a:endParaRPr lang="pt-BR" dirty="0"/>
          </a:p>
          <a:p>
            <a:pPr marL="342900" indent="-342900" algn="ctr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363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63CD-B091-CC44-C74A-18A4EDE3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3DC2167-F381-7D7A-EDB8-56644BCD8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8C4F3AB-4AA6-C8F4-15EE-39860C84E84D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F2D6876-260A-1557-9CB4-60A638CFE011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801B884-2586-26ED-0A79-08273CFE3D31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C7ECE2E-F4DB-DF08-5FB9-BEA12380FDFB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1B8E68-C3F7-1C57-0AC4-5565628031AD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37C97E8-EF80-0AF8-5B56-12AD57895FA3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8B5A34E-5981-754C-14C3-6DD5B9AC53B9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628B619-2739-F6B3-ABEE-3356362ECE4D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D444354-62A5-BC33-8A1A-F64E37E362F9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8DD71FB-3903-0210-FD92-8BC8ACF623A6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023BAD6-C506-BAAA-5B8A-5FE10D9D7E9D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05E2A84-DE26-4DB1-2AA7-4E4FFD786A6F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ALTERAR MANIFESTO: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E29C4A8-E16B-6493-A7B2-20CA879A4172}"/>
              </a:ext>
            </a:extLst>
          </p:cNvPr>
          <p:cNvSpPr/>
          <p:nvPr/>
        </p:nvSpPr>
        <p:spPr>
          <a:xfrm>
            <a:off x="10091086" y="890546"/>
            <a:ext cx="210091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3. Transmitir MDFE</a:t>
            </a:r>
          </a:p>
          <a:p>
            <a:pPr algn="ctr"/>
            <a:endParaRPr lang="pt-BR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9FD9D80B-93AB-9703-7657-403AA6F58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6" y="1330539"/>
            <a:ext cx="9813235" cy="4709079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B0DF8443-29F5-CFEE-B266-B5DB4146943E}"/>
              </a:ext>
            </a:extLst>
          </p:cNvPr>
          <p:cNvSpPr/>
          <p:nvPr/>
        </p:nvSpPr>
        <p:spPr>
          <a:xfrm>
            <a:off x="6212114" y="1712686"/>
            <a:ext cx="957943" cy="6531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8658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36E5-78FB-B253-7504-8A7AB260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7BB4D08-3509-671D-C637-7BB0A2880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AAC692B-3706-D271-27C8-55D857DD7DC9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78918D-F85D-0C0A-220C-F361F317C10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8D63F2B-4B22-A557-925B-EA8F65FD98C6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0FEC962-3B72-8C51-6EF4-A367D57CC1A1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358A9D2-7ACC-F43F-D5B1-40C6FB49B5D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E5372A-81FF-64C6-71A2-A55E85E1A759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EAB0CE9-2481-0887-3F00-DFA7075BA271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80EBCBE-BF07-E18D-63B3-D23253F596CE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2EB52B2-BF7C-A84C-C574-5C2C8296C58B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A2C7694-371D-5243-D663-5986B9B94AF8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96D2BE2-1725-1AEC-16D5-CF9EDC67E088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A2475B5-8E56-C924-9648-0597DC707909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ALTERAR MANIFESTO: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E6EED08-AB8D-18BD-C52D-FE0C6FC24900}"/>
              </a:ext>
            </a:extLst>
          </p:cNvPr>
          <p:cNvSpPr/>
          <p:nvPr/>
        </p:nvSpPr>
        <p:spPr>
          <a:xfrm>
            <a:off x="10091086" y="890546"/>
            <a:ext cx="210091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4. Colocar Data De (criação MDFE)</a:t>
            </a:r>
          </a:p>
          <a:p>
            <a:endParaRPr lang="pt-BR" sz="1400" dirty="0"/>
          </a:p>
          <a:p>
            <a:r>
              <a:rPr lang="pt-BR" sz="1400" dirty="0"/>
              <a:t>5. Colocar data para (criação MDFE)</a:t>
            </a:r>
          </a:p>
          <a:p>
            <a:endParaRPr lang="pt-BR" sz="1400" dirty="0"/>
          </a:p>
          <a:p>
            <a:r>
              <a:rPr lang="pt-BR" sz="1400" dirty="0"/>
              <a:t>6. Mostrar </a:t>
            </a:r>
            <a:r>
              <a:rPr lang="pt-BR" sz="1400" dirty="0" err="1"/>
              <a:t>MDFEs</a:t>
            </a:r>
            <a:r>
              <a:rPr lang="pt-BR" sz="1400" dirty="0"/>
              <a:t> criados por mim;</a:t>
            </a:r>
          </a:p>
          <a:p>
            <a:endParaRPr lang="pt-BR" sz="1400" dirty="0"/>
          </a:p>
          <a:p>
            <a:r>
              <a:rPr lang="pt-BR" sz="1400" dirty="0"/>
              <a:t>7. Com Status Pendente</a:t>
            </a:r>
          </a:p>
          <a:p>
            <a:endParaRPr lang="pt-BR" sz="1400" dirty="0"/>
          </a:p>
          <a:p>
            <a:r>
              <a:rPr lang="pt-BR" sz="1400" dirty="0"/>
              <a:t>8. Pesquisar</a:t>
            </a:r>
          </a:p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1305B9-EF25-61B3-3291-48B340595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06" y="1513283"/>
            <a:ext cx="9562874" cy="365760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BCA0DFD7-2966-4081-53D0-E26F9B389FB6}"/>
              </a:ext>
            </a:extLst>
          </p:cNvPr>
          <p:cNvSpPr/>
          <p:nvPr/>
        </p:nvSpPr>
        <p:spPr>
          <a:xfrm>
            <a:off x="1117600" y="2409371"/>
            <a:ext cx="522514" cy="493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73508E21-ABCD-5327-4487-BE85015BB1D4}"/>
              </a:ext>
            </a:extLst>
          </p:cNvPr>
          <p:cNvSpPr/>
          <p:nvPr/>
        </p:nvSpPr>
        <p:spPr>
          <a:xfrm>
            <a:off x="3294743" y="2409371"/>
            <a:ext cx="522514" cy="493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C090BBC6-213E-8587-B741-B138B3533AEC}"/>
              </a:ext>
            </a:extLst>
          </p:cNvPr>
          <p:cNvSpPr/>
          <p:nvPr/>
        </p:nvSpPr>
        <p:spPr>
          <a:xfrm>
            <a:off x="3294743" y="3004457"/>
            <a:ext cx="624114" cy="437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9695B66E-5AB5-E0F9-815D-6825D96CB976}"/>
              </a:ext>
            </a:extLst>
          </p:cNvPr>
          <p:cNvSpPr/>
          <p:nvPr/>
        </p:nvSpPr>
        <p:spPr>
          <a:xfrm>
            <a:off x="6096000" y="2540000"/>
            <a:ext cx="624114" cy="6241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FC3AA1C3-B133-2890-F680-3E075680899E}"/>
              </a:ext>
            </a:extLst>
          </p:cNvPr>
          <p:cNvSpPr/>
          <p:nvPr/>
        </p:nvSpPr>
        <p:spPr>
          <a:xfrm>
            <a:off x="8476343" y="2510971"/>
            <a:ext cx="624114" cy="493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46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CE7B-DC33-4F80-83EC-6FB61BFE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9D693C8-AEB3-1A7D-3AD8-383620F59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D66046E-A3DC-543F-41C2-05EAC9ED9D0F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46E3B8F-AD61-8C7E-D479-62A96F960F0B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181F20-104C-40C6-4A26-D12AE4DBC2B0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BBE2251-DD21-2FEE-1AA5-D103E4DD4432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1042B1-66A7-21C2-54C6-B56E9AE7CB38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7CB1B4C-70F3-A38F-3CE4-ACB3CC5A3343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AD2BCD-D68A-A94A-76D2-11E381A58353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5F16512-002F-012A-B75E-3B433B8618D4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8BD940-283C-5410-706C-A77B3DCFB1F5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CCE4284-B1B5-06AC-7089-B53DC7B2F511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FC19132-40A3-3EBF-E5AF-8F408EC0581E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9F08B6E-8E61-C9C0-6F02-6A99E32ADDB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ALTERAR MANIFESTO: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8A49878-CDAB-8B77-C7B9-140C5AB3996B}"/>
              </a:ext>
            </a:extLst>
          </p:cNvPr>
          <p:cNvSpPr/>
          <p:nvPr/>
        </p:nvSpPr>
        <p:spPr>
          <a:xfrm>
            <a:off x="10091086" y="890546"/>
            <a:ext cx="210091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9. clicar no numero em azul do manifesto para abrir o mesmo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8FF0882B-7DA9-277F-6AD8-7C679CD7A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1" y="1818582"/>
            <a:ext cx="9240838" cy="2524125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CCB1FA0E-3FA9-5BB6-87C2-13B8AF332C4F}"/>
              </a:ext>
            </a:extLst>
          </p:cNvPr>
          <p:cNvSpPr/>
          <p:nvPr/>
        </p:nvSpPr>
        <p:spPr>
          <a:xfrm>
            <a:off x="284921" y="3193143"/>
            <a:ext cx="600450" cy="493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4146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BA24-D592-0B34-EFE5-587EBA21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89E431-CC80-1B42-6DED-E1937A004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11776A9-28A3-29D8-6957-1CBB687DA3B2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9F942F8-0BF6-4654-D38C-6D5236B2FF88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0C764FA-9B2E-B075-50FA-41AF3B3BAF10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BFC9913-11A4-5563-6D6C-1F3F0E8E40F9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10FFED8-E3D2-2599-8D21-BBCCED04BCA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E6A07BD-2A51-03A8-0928-C8FFF66ED2A2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D934456-B344-55B4-098E-5ED462C0451F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8275FF7-E188-5E3C-E632-17B21DAFE69E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B067587-B9E6-C40C-98AC-4B6F1667EF9F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930FF0-CCE9-C264-A85B-F4E462B49B66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CD9BE77-07C5-7D43-B7DD-8971D1EB91B5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F786DC7-14F7-7FF1-9B6E-4C26FF6317A4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ALTERAR MANIFESTO: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BF708CD-E493-56DB-411B-580880436543}"/>
              </a:ext>
            </a:extLst>
          </p:cNvPr>
          <p:cNvSpPr/>
          <p:nvPr/>
        </p:nvSpPr>
        <p:spPr>
          <a:xfrm>
            <a:off x="10091086" y="890546"/>
            <a:ext cx="210091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10. Alterar a data para data do dia;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11. Alterar o horário para o horário em que você está emitindo o manifesto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A6E3027-9B06-B7F4-87A9-5EDC813CC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28" y="1495689"/>
            <a:ext cx="9022896" cy="3978075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62FBA31A-F448-4E34-4F81-F353EBD8DA97}"/>
              </a:ext>
            </a:extLst>
          </p:cNvPr>
          <p:cNvSpPr/>
          <p:nvPr/>
        </p:nvSpPr>
        <p:spPr>
          <a:xfrm rot="5400000">
            <a:off x="8055428" y="2452915"/>
            <a:ext cx="580571" cy="478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D65499F4-4ECD-9140-5D32-D732A2832EF6}"/>
              </a:ext>
            </a:extLst>
          </p:cNvPr>
          <p:cNvSpPr/>
          <p:nvPr/>
        </p:nvSpPr>
        <p:spPr>
          <a:xfrm>
            <a:off x="7061521" y="2982686"/>
            <a:ext cx="754743" cy="424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197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92A8B-C470-4CB1-5F97-AC01A725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8960048-089F-159F-5A10-043A79B16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58F389C-F1B8-5799-A6C4-D9BB9D5A8816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BB2AC4-9A89-FE96-F8DD-A13579AD27F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05776A9-74A2-799B-C02B-DF6972D39F9A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3B5FC62-598B-11B0-709D-CE34AAAE4FDF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39ECB10-1A1C-CDC0-5884-A0849512705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6/9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4349E6-BAD4-6EF1-A477-518254BC2F1B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2FB138D-4F3B-FDC5-28DC-DFC3130B8DC4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BAC25D-5CB2-0310-3B87-7B3E58C1B012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03132D1-29EE-1690-E13C-7952B3597642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D84116F-90D5-89E1-2940-4EBA644D8591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4E4B061-DEAB-9492-C461-E9F83C8F4891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ECC2466-2005-E6C4-C912-1DC572E0EF8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ALTERAR MANIFESTO: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1E72215-947B-5C6C-01D5-A0C29CFE9D70}"/>
              </a:ext>
            </a:extLst>
          </p:cNvPr>
          <p:cNvSpPr/>
          <p:nvPr/>
        </p:nvSpPr>
        <p:spPr>
          <a:xfrm>
            <a:off x="10091086" y="890546"/>
            <a:ext cx="210091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12. Clicar em salvar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06E332-4926-5C55-E4A3-5DEB5CABA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13" y="1393159"/>
            <a:ext cx="9609460" cy="434437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9E83446-E6F0-5B5A-047A-58ADC08491F2}"/>
              </a:ext>
            </a:extLst>
          </p:cNvPr>
          <p:cNvSpPr/>
          <p:nvPr/>
        </p:nvSpPr>
        <p:spPr>
          <a:xfrm>
            <a:off x="3774030" y="5229639"/>
            <a:ext cx="827314" cy="555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47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MANIFESTO: ALTERAR - ENVIAR - ENCERRAR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MANIFESTO: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06B6538-4FED-611F-D86A-CB579C15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28" y="1454790"/>
            <a:ext cx="2415063" cy="2681061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3D4730D7-A28E-4AE6-5452-D9BDFBC7270B}"/>
              </a:ext>
            </a:extLst>
          </p:cNvPr>
          <p:cNvSpPr/>
          <p:nvPr/>
        </p:nvSpPr>
        <p:spPr>
          <a:xfrm>
            <a:off x="72886" y="1600823"/>
            <a:ext cx="662609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D1095C6-7478-F9BA-6A5F-4A94CFCA2DD6}"/>
              </a:ext>
            </a:extLst>
          </p:cNvPr>
          <p:cNvSpPr/>
          <p:nvPr/>
        </p:nvSpPr>
        <p:spPr>
          <a:xfrm>
            <a:off x="10031896" y="890546"/>
            <a:ext cx="216010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pt-BR" dirty="0"/>
              <a:t>Lançamentos;</a:t>
            </a:r>
          </a:p>
          <a:p>
            <a:pPr marL="342900" indent="-342900">
              <a:buAutoNum type="arabicPeriod"/>
            </a:pPr>
            <a:r>
              <a:rPr lang="pt-BR" dirty="0"/>
              <a:t>Manifestos;</a:t>
            </a:r>
          </a:p>
          <a:p>
            <a:pPr marL="342900" indent="-342900">
              <a:buAutoNum type="arabicPeriod"/>
            </a:pPr>
            <a:r>
              <a:rPr lang="pt-BR" dirty="0"/>
              <a:t>Transmitir MDFE</a:t>
            </a:r>
          </a:p>
          <a:p>
            <a:pPr marL="342900" indent="-342900">
              <a:buAutoNum type="arabicPeriod"/>
            </a:pPr>
            <a:r>
              <a:rPr lang="pt-BR" dirty="0"/>
              <a:t>Filtrar por pendentes;</a:t>
            </a:r>
          </a:p>
          <a:p>
            <a:pPr marL="342900" indent="-342900">
              <a:buAutoNum type="arabicPeriod"/>
            </a:pPr>
            <a:r>
              <a:rPr lang="pt-BR" dirty="0"/>
              <a:t>Seleciona o manifesto</a:t>
            </a:r>
          </a:p>
          <a:p>
            <a:pPr marL="342900" indent="-342900">
              <a:buAutoNum type="arabicPeriod"/>
            </a:pPr>
            <a:r>
              <a:rPr lang="pt-BR" dirty="0"/>
              <a:t>Clica em enviar</a:t>
            </a:r>
          </a:p>
          <a:p>
            <a:pPr marL="342900" indent="-342900" algn="ctr">
              <a:buAutoNum type="arabicPeriod"/>
            </a:pPr>
            <a:endParaRPr lang="pt-BR" dirty="0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05F8823C-EDF4-0091-97B6-2FBF745BB448}"/>
              </a:ext>
            </a:extLst>
          </p:cNvPr>
          <p:cNvSpPr/>
          <p:nvPr/>
        </p:nvSpPr>
        <p:spPr>
          <a:xfrm>
            <a:off x="71303" y="2686527"/>
            <a:ext cx="662609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B9477DDA-72D8-D928-AD39-B0E48C1B5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595" y="1635406"/>
            <a:ext cx="6302860" cy="1800225"/>
          </a:xfrm>
          <a:prstGeom prst="rect">
            <a:avLst/>
          </a:prstGeom>
        </p:spPr>
      </p:pic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06DCEC95-9CC3-3E5A-24AD-FA40389A2C44}"/>
              </a:ext>
            </a:extLst>
          </p:cNvPr>
          <p:cNvSpPr/>
          <p:nvPr/>
        </p:nvSpPr>
        <p:spPr>
          <a:xfrm rot="5400000">
            <a:off x="8401879" y="1219028"/>
            <a:ext cx="755374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19E97E8-0721-D3C8-4D3F-A44D3E40A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2458" y="2548858"/>
            <a:ext cx="7004638" cy="3337135"/>
          </a:xfrm>
          <a:prstGeom prst="rect">
            <a:avLst/>
          </a:prstGeom>
        </p:spPr>
      </p:pic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C2D84C07-746D-A7B7-DD31-E85AA9F03D95}"/>
              </a:ext>
            </a:extLst>
          </p:cNvPr>
          <p:cNvSpPr/>
          <p:nvPr/>
        </p:nvSpPr>
        <p:spPr>
          <a:xfrm>
            <a:off x="6894095" y="3242510"/>
            <a:ext cx="541421" cy="3729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F0E35632-FB43-26BF-0EA0-0AC6A7CD3D6F}"/>
              </a:ext>
            </a:extLst>
          </p:cNvPr>
          <p:cNvSpPr/>
          <p:nvPr/>
        </p:nvSpPr>
        <p:spPr>
          <a:xfrm>
            <a:off x="2118654" y="4007848"/>
            <a:ext cx="697832" cy="60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02ED6A4D-10E6-F004-337E-260E2341AC79}"/>
              </a:ext>
            </a:extLst>
          </p:cNvPr>
          <p:cNvSpPr/>
          <p:nvPr/>
        </p:nvSpPr>
        <p:spPr>
          <a:xfrm>
            <a:off x="8071111" y="5367580"/>
            <a:ext cx="697832" cy="60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08394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9312583-B2C6-D33A-2FED-141F9BB48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611" y="993251"/>
            <a:ext cx="6718285" cy="23004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ENVIAR E ENCERRAR MANIFESTO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8/9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ENCERRAR O MANIFESTO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2FEE79EF-4961-D601-0412-E42222A3E819}"/>
              </a:ext>
            </a:extLst>
          </p:cNvPr>
          <p:cNvSpPr/>
          <p:nvPr/>
        </p:nvSpPr>
        <p:spPr>
          <a:xfrm>
            <a:off x="7025368" y="1270798"/>
            <a:ext cx="742517" cy="491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4</a:t>
            </a:r>
          </a:p>
        </p:txBody>
      </p:sp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C64D0D5F-9F40-2CD3-A2E9-8620E058B23A}"/>
              </a:ext>
            </a:extLst>
          </p:cNvPr>
          <p:cNvSpPr/>
          <p:nvPr/>
        </p:nvSpPr>
        <p:spPr>
          <a:xfrm>
            <a:off x="3313611" y="2068498"/>
            <a:ext cx="477407" cy="4919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9E8B7AA-D354-C3B1-F013-7E9A9BD5EAE2}"/>
              </a:ext>
            </a:extLst>
          </p:cNvPr>
          <p:cNvSpPr/>
          <p:nvPr/>
        </p:nvSpPr>
        <p:spPr>
          <a:xfrm>
            <a:off x="10031896" y="890546"/>
            <a:ext cx="2160104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pt-BR" dirty="0"/>
              <a:t>Lançamentos;</a:t>
            </a:r>
          </a:p>
          <a:p>
            <a:pPr marL="342900" indent="-342900">
              <a:buAutoNum type="arabicPeriod"/>
            </a:pPr>
            <a:r>
              <a:rPr lang="pt-BR" dirty="0"/>
              <a:t>Manifestos;</a:t>
            </a:r>
          </a:p>
          <a:p>
            <a:pPr marL="342900" indent="-342900">
              <a:buAutoNum type="arabicPeriod"/>
            </a:pPr>
            <a:r>
              <a:rPr lang="pt-BR" dirty="0"/>
              <a:t>Transmitir </a:t>
            </a:r>
            <a:r>
              <a:rPr lang="pt-BR" dirty="0" err="1"/>
              <a:t>mdfe</a:t>
            </a:r>
            <a:r>
              <a:rPr lang="pt-BR" dirty="0"/>
              <a:t>;</a:t>
            </a:r>
          </a:p>
          <a:p>
            <a:pPr marL="342900" indent="-342900">
              <a:buAutoNum type="arabicPeriod"/>
            </a:pPr>
            <a:r>
              <a:rPr lang="pt-BR" dirty="0"/>
              <a:t>Filtrar por Confirmado;</a:t>
            </a:r>
          </a:p>
          <a:p>
            <a:pPr marL="342900" indent="-342900">
              <a:buAutoNum type="arabicPeriod"/>
            </a:pPr>
            <a:r>
              <a:rPr lang="pt-BR" dirty="0"/>
              <a:t>Seleciona  o Manifesto;</a:t>
            </a:r>
          </a:p>
          <a:p>
            <a:pPr marL="342900" indent="-342900">
              <a:buAutoNum type="arabicPeriod"/>
            </a:pPr>
            <a:r>
              <a:rPr lang="pt-BR" dirty="0"/>
              <a:t>Seleciona encerrar manifesto;</a:t>
            </a:r>
          </a:p>
          <a:p>
            <a:pPr marL="342900" indent="-342900">
              <a:buAutoNum type="arabicPeriod"/>
            </a:pPr>
            <a:r>
              <a:rPr lang="pt-BR" dirty="0"/>
              <a:t>Clicar em sim 2x.</a:t>
            </a:r>
          </a:p>
          <a:p>
            <a:pPr algn="ctr"/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4925A9-8242-4FF5-2F83-868EF0771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209" y="3673945"/>
            <a:ext cx="5552660" cy="2508857"/>
          </a:xfrm>
          <a:prstGeom prst="rect">
            <a:avLst/>
          </a:prstGeom>
        </p:spPr>
      </p:pic>
      <p:sp>
        <p:nvSpPr>
          <p:cNvPr id="14" name="Seta: para Cima 13">
            <a:extLst>
              <a:ext uri="{FF2B5EF4-FFF2-40B4-BE49-F238E27FC236}">
                <a16:creationId xmlns:a16="http://schemas.microsoft.com/office/drawing/2014/main" id="{FDB927DE-C450-FA89-974E-7DEB55BCBEBF}"/>
              </a:ext>
            </a:extLst>
          </p:cNvPr>
          <p:cNvSpPr/>
          <p:nvPr/>
        </p:nvSpPr>
        <p:spPr>
          <a:xfrm>
            <a:off x="7767885" y="5004021"/>
            <a:ext cx="940905" cy="107607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Clicar sim 2x</a:t>
            </a:r>
          </a:p>
          <a:p>
            <a:pPr algn="ctr"/>
            <a:r>
              <a:rPr lang="pt-BR" sz="1400" dirty="0"/>
              <a:t>7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3CCE904-89C0-BD4B-AA81-980CC8D12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80" y="1313045"/>
            <a:ext cx="2415063" cy="2681061"/>
          </a:xfrm>
          <a:prstGeom prst="rect">
            <a:avLst/>
          </a:prstGeom>
        </p:spPr>
      </p:pic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DACA9145-9DB6-91F2-DBF9-AAAE4563B4BA}"/>
              </a:ext>
            </a:extLst>
          </p:cNvPr>
          <p:cNvSpPr/>
          <p:nvPr/>
        </p:nvSpPr>
        <p:spPr>
          <a:xfrm>
            <a:off x="326638" y="1459078"/>
            <a:ext cx="662609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2E73EABB-952C-9FBC-EC07-DAAAC866E63B}"/>
              </a:ext>
            </a:extLst>
          </p:cNvPr>
          <p:cNvSpPr/>
          <p:nvPr/>
        </p:nvSpPr>
        <p:spPr>
          <a:xfrm>
            <a:off x="325055" y="2544782"/>
            <a:ext cx="662609" cy="477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7" name="Seta: para a Esquerda 26">
            <a:extLst>
              <a:ext uri="{FF2B5EF4-FFF2-40B4-BE49-F238E27FC236}">
                <a16:creationId xmlns:a16="http://schemas.microsoft.com/office/drawing/2014/main" id="{E7B94C73-A5AF-2468-A7A4-15E232C09E15}"/>
              </a:ext>
            </a:extLst>
          </p:cNvPr>
          <p:cNvSpPr/>
          <p:nvPr/>
        </p:nvSpPr>
        <p:spPr>
          <a:xfrm>
            <a:off x="9016822" y="2609796"/>
            <a:ext cx="471736" cy="67519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9EE04D-75D6-209F-82F8-5E8613429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66" y="3968891"/>
            <a:ext cx="3950027" cy="1465110"/>
          </a:xfrm>
          <a:prstGeom prst="rect">
            <a:avLst/>
          </a:prstGeom>
        </p:spPr>
      </p:pic>
      <p:sp>
        <p:nvSpPr>
          <p:cNvPr id="28" name="Seta: para Baixo 27">
            <a:extLst>
              <a:ext uri="{FF2B5EF4-FFF2-40B4-BE49-F238E27FC236}">
                <a16:creationId xmlns:a16="http://schemas.microsoft.com/office/drawing/2014/main" id="{D6748F1C-263E-79EF-EAAE-2458A5B844D2}"/>
              </a:ext>
            </a:extLst>
          </p:cNvPr>
          <p:cNvSpPr/>
          <p:nvPr/>
        </p:nvSpPr>
        <p:spPr>
          <a:xfrm>
            <a:off x="3446959" y="3576829"/>
            <a:ext cx="505677" cy="5130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6514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EAF6-7A60-ABF8-4789-A3C845AC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FAA73FA-068E-9A91-DAB0-9D21DC61D9E1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4D625B-F457-FA4B-C974-7D6138DDF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B0E8201-A7F6-D51E-6F37-49B2E5B2D00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155F15-F20B-752A-DF5F-2A225B74FDB9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ENVIAR E ENCERRAR MANIFESTO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3A26DDB-1BFD-F62A-3E4A-02A1B92634A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9DF6331-0DAF-DEB7-DBFA-826BF67657F7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1E4A61-4905-0CF8-7CF7-AD99D34A6FD5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9/9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A3352A-7FCA-D51C-8321-93E65B803945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4A4E2A5-BF39-C608-0D1F-2ED6E8DBFC59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E3DE615-512E-0F2C-011D-0F9B8052B25A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63B221B-7C24-A740-4109-8D4B94E64A0C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75FB3FA-9575-7B2D-D02F-7C8C70B8CBEC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D509984-8B9E-1FD6-58C0-FE91F81BFBB0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ENCERRAR O MANIFESTO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2C5DCC5-FF12-9052-6ED8-A7ABEC1867AF}"/>
              </a:ext>
            </a:extLst>
          </p:cNvPr>
          <p:cNvSpPr/>
          <p:nvPr/>
        </p:nvSpPr>
        <p:spPr>
          <a:xfrm>
            <a:off x="1262742" y="1591901"/>
            <a:ext cx="9071429" cy="3889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Manifestos criados no fim do dia anterior 17h devem ser encerrados às 14h;</a:t>
            </a:r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Manifestos criados às 07h30 devem ser encerrados às 14h;</a:t>
            </a:r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Manifestos criados às 11h30 devem ser encerrados 17h;</a:t>
            </a:r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Manifestos criados às 11h30 com entrega no dia seguinte devem ser encerrados 7h30 no dia seguinte.</a:t>
            </a:r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Acompanhar a viagem do motorista podendo encerrar um pouco antes destes horários ou um pouco depois, mas para não se perder nos horários seguir os cortes como regra na maioria dos casos. </a:t>
            </a:r>
          </a:p>
        </p:txBody>
      </p:sp>
    </p:spTree>
    <p:extLst>
      <p:ext uri="{BB962C8B-B14F-4D97-AF65-F5344CB8AC3E}">
        <p14:creationId xmlns:p14="http://schemas.microsoft.com/office/powerpoint/2010/main" val="20581954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E86FE11-DBE0-48C3-AEAD-58BCB8699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31CB98-73CF-47AD-A403-9E45AB137466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564</Words>
  <Application>Microsoft Office PowerPoint</Application>
  <PresentationFormat>Widescreen</PresentationFormat>
  <Paragraphs>165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30</cp:revision>
  <dcterms:created xsi:type="dcterms:W3CDTF">2023-01-25T18:17:22Z</dcterms:created>
  <dcterms:modified xsi:type="dcterms:W3CDTF">2025-06-06T17:14:27Z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69354200</vt:r8>
  </property>
  <property fmtid="{D5CDD505-2E9C-101B-9397-08002B2CF9AE}" pid="4" name="MediaServiceImageTags">
    <vt:lpwstr/>
  </property>
</Properties>
</file>